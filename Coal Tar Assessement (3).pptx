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4"/>
    <p:sldMasterId id="2147483769" r:id="rId5"/>
  </p:sldMasterIdLst>
  <p:notesMasterIdLst>
    <p:notesMasterId r:id="rId22"/>
  </p:notesMasterIdLst>
  <p:handoutMasterIdLst>
    <p:handoutMasterId r:id="rId23"/>
  </p:handoutMasterIdLst>
  <p:sldIdLst>
    <p:sldId id="366" r:id="rId6"/>
    <p:sldId id="288" r:id="rId7"/>
    <p:sldId id="370" r:id="rId8"/>
    <p:sldId id="383" r:id="rId9"/>
    <p:sldId id="283" r:id="rId10"/>
    <p:sldId id="384" r:id="rId11"/>
    <p:sldId id="367" r:id="rId12"/>
    <p:sldId id="376" r:id="rId13"/>
    <p:sldId id="372" r:id="rId14"/>
    <p:sldId id="374" r:id="rId15"/>
    <p:sldId id="385" r:id="rId16"/>
    <p:sldId id="375" r:id="rId17"/>
    <p:sldId id="380" r:id="rId18"/>
    <p:sldId id="382" r:id="rId19"/>
    <p:sldId id="371" r:id="rId20"/>
    <p:sldId id="386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1pPr>
    <a:lvl2pPr marL="0" marR="0" indent="4572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2pPr>
    <a:lvl3pPr marL="0" marR="0" indent="9144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3pPr>
    <a:lvl4pPr marL="0" marR="0" indent="13716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4pPr>
    <a:lvl5pPr marL="0" marR="0" indent="18288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5pPr>
    <a:lvl6pPr marL="0" marR="0" indent="22860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6pPr>
    <a:lvl7pPr marL="0" marR="0" indent="27432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7pPr>
    <a:lvl8pPr marL="0" marR="0" indent="32004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8pPr>
    <a:lvl9pPr marL="0" marR="0" indent="36576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1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8616" userDrawn="1">
          <p15:clr>
            <a:srgbClr val="A4A3A4"/>
          </p15:clr>
        </p15:guide>
        <p15:guide id="4" pos="15346" userDrawn="1">
          <p15:clr>
            <a:srgbClr val="A4A3A4"/>
          </p15:clr>
        </p15:guide>
        <p15:guide id="5" pos="1176" userDrawn="1">
          <p15:clr>
            <a:srgbClr val="A4A3A4"/>
          </p15:clr>
        </p15:guide>
        <p15:guide id="6" orient="horz" pos="720" userDrawn="1">
          <p15:clr>
            <a:srgbClr val="A4A3A4"/>
          </p15:clr>
        </p15:guide>
        <p15:guide id="7" orient="horz" pos="8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AC"/>
    <a:srgbClr val="FF4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97"/>
  </p:normalViewPr>
  <p:slideViewPr>
    <p:cSldViewPr snapToGrid="0">
      <p:cViewPr varScale="1">
        <p:scale>
          <a:sx n="32" d="100"/>
          <a:sy n="32" d="100"/>
        </p:scale>
        <p:origin x="20" y="92"/>
      </p:cViewPr>
      <p:guideLst>
        <p:guide orient="horz" pos="11"/>
        <p:guide/>
        <p:guide orient="horz" pos="8616"/>
        <p:guide pos="15346"/>
        <p:guide pos="1176"/>
        <p:guide orient="horz" pos="720"/>
        <p:guide orient="horz" pos="82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Agrawal" userId="1f6d2647-6235-4a34-bab9-93cff2ec24af" providerId="ADAL" clId="{C687AF16-5786-4043-A4A7-6DA7F14EA444}"/>
    <pc:docChg chg="undo custSel addSld delSld modSld sldOrd">
      <pc:chgData name="Manish Agrawal" userId="1f6d2647-6235-4a34-bab9-93cff2ec24af" providerId="ADAL" clId="{C687AF16-5786-4043-A4A7-6DA7F14EA444}" dt="2024-11-26T10:01:51.839" v="6983"/>
      <pc:docMkLst>
        <pc:docMk/>
      </pc:docMkLst>
      <pc:sldChg chg="modSp del mod">
        <pc:chgData name="Manish Agrawal" userId="1f6d2647-6235-4a34-bab9-93cff2ec24af" providerId="ADAL" clId="{C687AF16-5786-4043-A4A7-6DA7F14EA444}" dt="2024-11-25T07:05:04.675" v="3987" actId="47"/>
        <pc:sldMkLst>
          <pc:docMk/>
          <pc:sldMk cId="0" sldId="256"/>
        </pc:sldMkLst>
        <pc:spChg chg="mod">
          <ac:chgData name="Manish Agrawal" userId="1f6d2647-6235-4a34-bab9-93cff2ec24af" providerId="ADAL" clId="{C687AF16-5786-4043-A4A7-6DA7F14EA444}" dt="2024-11-21T05:36:19.126" v="3190" actId="6549"/>
          <ac:spMkLst>
            <pc:docMk/>
            <pc:sldMk cId="0" sldId="256"/>
            <ac:spMk id="238" creationId="{00000000-0000-0000-0000-000000000000}"/>
          </ac:spMkLst>
        </pc:spChg>
      </pc:sldChg>
      <pc:sldChg chg="addSp delSp modSp del mod">
        <pc:chgData name="Manish Agrawal" userId="1f6d2647-6235-4a34-bab9-93cff2ec24af" providerId="ADAL" clId="{C687AF16-5786-4043-A4A7-6DA7F14EA444}" dt="2024-11-25T07:04:59.344" v="3981" actId="47"/>
        <pc:sldMkLst>
          <pc:docMk/>
          <pc:sldMk cId="0" sldId="261"/>
        </pc:sldMkLst>
        <pc:spChg chg="add mod">
          <ac:chgData name="Manish Agrawal" userId="1f6d2647-6235-4a34-bab9-93cff2ec24af" providerId="ADAL" clId="{C687AF16-5786-4043-A4A7-6DA7F14EA444}" dt="2024-11-20T10:03:25.626" v="2031" actId="1076"/>
          <ac:spMkLst>
            <pc:docMk/>
            <pc:sldMk cId="0" sldId="261"/>
            <ac:spMk id="2" creationId="{22A4A2E3-FE65-1392-A237-6B6A7BEE2DF4}"/>
          </ac:spMkLst>
        </pc:spChg>
        <pc:spChg chg="add mod">
          <ac:chgData name="Manish Agrawal" userId="1f6d2647-6235-4a34-bab9-93cff2ec24af" providerId="ADAL" clId="{C687AF16-5786-4043-A4A7-6DA7F14EA444}" dt="2024-11-20T10:05:38.906" v="2075" actId="1076"/>
          <ac:spMkLst>
            <pc:docMk/>
            <pc:sldMk cId="0" sldId="261"/>
            <ac:spMk id="7" creationId="{95E353D2-39C9-EBA1-A0D9-CCA7290BF738}"/>
          </ac:spMkLst>
        </pc:spChg>
        <pc:spChg chg="add mod">
          <ac:chgData name="Manish Agrawal" userId="1f6d2647-6235-4a34-bab9-93cff2ec24af" providerId="ADAL" clId="{C687AF16-5786-4043-A4A7-6DA7F14EA444}" dt="2024-11-20T10:05:26.826" v="2073" actId="1076"/>
          <ac:spMkLst>
            <pc:docMk/>
            <pc:sldMk cId="0" sldId="261"/>
            <ac:spMk id="10" creationId="{8F3CD825-F706-FAC5-B7FB-D5A9FDB31E44}"/>
          </ac:spMkLst>
        </pc:spChg>
        <pc:picChg chg="add mod">
          <ac:chgData name="Manish Agrawal" userId="1f6d2647-6235-4a34-bab9-93cff2ec24af" providerId="ADAL" clId="{C687AF16-5786-4043-A4A7-6DA7F14EA444}" dt="2024-11-20T10:05:46.201" v="2077" actId="14100"/>
          <ac:picMkLst>
            <pc:docMk/>
            <pc:sldMk cId="0" sldId="261"/>
            <ac:picMk id="4" creationId="{36D536C2-CBE2-813D-69F7-6671A1C55670}"/>
          </ac:picMkLst>
        </pc:picChg>
        <pc:picChg chg="add mod">
          <ac:chgData name="Manish Agrawal" userId="1f6d2647-6235-4a34-bab9-93cff2ec24af" providerId="ADAL" clId="{C687AF16-5786-4043-A4A7-6DA7F14EA444}" dt="2024-11-20T10:05:49.145" v="2078" actId="1076"/>
          <ac:picMkLst>
            <pc:docMk/>
            <pc:sldMk cId="0" sldId="261"/>
            <ac:picMk id="6" creationId="{94946E8A-F1F5-DF28-231B-35C217549729}"/>
          </ac:picMkLst>
        </pc:picChg>
        <pc:picChg chg="del mod">
          <ac:chgData name="Manish Agrawal" userId="1f6d2647-6235-4a34-bab9-93cff2ec24af" providerId="ADAL" clId="{C687AF16-5786-4043-A4A7-6DA7F14EA444}" dt="2024-11-20T10:02:00.360" v="2019" actId="478"/>
          <ac:picMkLst>
            <pc:docMk/>
            <pc:sldMk cId="0" sldId="261"/>
            <ac:picMk id="8" creationId="{17589B12-996A-FD4B-A440-B5A11BFF79EA}"/>
          </ac:picMkLst>
        </pc:picChg>
        <pc:picChg chg="mod">
          <ac:chgData name="Manish Agrawal" userId="1f6d2647-6235-4a34-bab9-93cff2ec24af" providerId="ADAL" clId="{C687AF16-5786-4043-A4A7-6DA7F14EA444}" dt="2024-11-20T10:06:59.369" v="2100" actId="14100"/>
          <ac:picMkLst>
            <pc:docMk/>
            <pc:sldMk cId="0" sldId="261"/>
            <ac:picMk id="9" creationId="{6A853F15-D455-36C4-85DF-FCD20F6698EA}"/>
          </ac:picMkLst>
        </pc:picChg>
        <pc:cxnChg chg="add mod">
          <ac:chgData name="Manish Agrawal" userId="1f6d2647-6235-4a34-bab9-93cff2ec24af" providerId="ADAL" clId="{C687AF16-5786-4043-A4A7-6DA7F14EA444}" dt="2024-11-20T10:06:48.562" v="2099" actId="1038"/>
          <ac:cxnSpMkLst>
            <pc:docMk/>
            <pc:sldMk cId="0" sldId="261"/>
            <ac:cxnSpMk id="12" creationId="{6F5F45CA-2C22-298E-10A8-9F581C5D956F}"/>
          </ac:cxnSpMkLst>
        </pc:cxnChg>
      </pc:sldChg>
      <pc:sldChg chg="del ord">
        <pc:chgData name="Manish Agrawal" userId="1f6d2647-6235-4a34-bab9-93cff2ec24af" providerId="ADAL" clId="{C687AF16-5786-4043-A4A7-6DA7F14EA444}" dt="2024-11-20T09:52:03.107" v="2017" actId="47"/>
        <pc:sldMkLst>
          <pc:docMk/>
          <pc:sldMk cId="3650005178" sldId="276"/>
        </pc:sldMkLst>
      </pc:sldChg>
      <pc:sldChg chg="modSp del mod">
        <pc:chgData name="Manish Agrawal" userId="1f6d2647-6235-4a34-bab9-93cff2ec24af" providerId="ADAL" clId="{C687AF16-5786-4043-A4A7-6DA7F14EA444}" dt="2024-11-25T07:04:59.669" v="3982" actId="47"/>
        <pc:sldMkLst>
          <pc:docMk/>
          <pc:sldMk cId="1560016417" sldId="278"/>
        </pc:sldMkLst>
        <pc:spChg chg="mod">
          <ac:chgData name="Manish Agrawal" userId="1f6d2647-6235-4a34-bab9-93cff2ec24af" providerId="ADAL" clId="{C687AF16-5786-4043-A4A7-6DA7F14EA444}" dt="2024-11-20T10:15:22.328" v="2104" actId="207"/>
          <ac:spMkLst>
            <pc:docMk/>
            <pc:sldMk cId="1560016417" sldId="278"/>
            <ac:spMk id="262" creationId="{76860E33-3D64-D6B2-C962-D7F11C3EF131}"/>
          </ac:spMkLst>
        </pc:spChg>
      </pc:sldChg>
      <pc:sldChg chg="addSp delSp modSp del mod">
        <pc:chgData name="Manish Agrawal" userId="1f6d2647-6235-4a34-bab9-93cff2ec24af" providerId="ADAL" clId="{C687AF16-5786-4043-A4A7-6DA7F14EA444}" dt="2024-11-25T07:05:00.010" v="3983" actId="47"/>
        <pc:sldMkLst>
          <pc:docMk/>
          <pc:sldMk cId="1604499669" sldId="279"/>
        </pc:sldMkLst>
        <pc:spChg chg="add mod">
          <ac:chgData name="Manish Agrawal" userId="1f6d2647-6235-4a34-bab9-93cff2ec24af" providerId="ADAL" clId="{C687AF16-5786-4043-A4A7-6DA7F14EA444}" dt="2024-11-20T11:13:49.575" v="2214"/>
          <ac:spMkLst>
            <pc:docMk/>
            <pc:sldMk cId="1604499669" sldId="279"/>
            <ac:spMk id="3" creationId="{E856EC2E-1A99-D9BA-5D3F-8591FD84FB10}"/>
          </ac:spMkLst>
        </pc:spChg>
        <pc:spChg chg="add del mod">
          <ac:chgData name="Manish Agrawal" userId="1f6d2647-6235-4a34-bab9-93cff2ec24af" providerId="ADAL" clId="{C687AF16-5786-4043-A4A7-6DA7F14EA444}" dt="2024-11-21T05:37:02.651" v="3192" actId="478"/>
          <ac:spMkLst>
            <pc:docMk/>
            <pc:sldMk cId="1604499669" sldId="279"/>
            <ac:spMk id="3" creationId="{EB26B47C-8962-594F-A432-9496677F0019}"/>
          </ac:spMkLst>
        </pc:spChg>
        <pc:spChg chg="del mod">
          <ac:chgData name="Manish Agrawal" userId="1f6d2647-6235-4a34-bab9-93cff2ec24af" providerId="ADAL" clId="{C687AF16-5786-4043-A4A7-6DA7F14EA444}" dt="2024-11-20T11:20:48.084" v="2220" actId="478"/>
          <ac:spMkLst>
            <pc:docMk/>
            <pc:sldMk cId="1604499669" sldId="279"/>
            <ac:spMk id="4" creationId="{3C78EFC4-AE2C-F6E7-313B-8D6D5A202C84}"/>
          </ac:spMkLst>
        </pc:spChg>
        <pc:spChg chg="del mod">
          <ac:chgData name="Manish Agrawal" userId="1f6d2647-6235-4a34-bab9-93cff2ec24af" providerId="ADAL" clId="{C687AF16-5786-4043-A4A7-6DA7F14EA444}" dt="2024-11-20T11:20:50.384" v="2221" actId="478"/>
          <ac:spMkLst>
            <pc:docMk/>
            <pc:sldMk cId="1604499669" sldId="279"/>
            <ac:spMk id="5" creationId="{8CB5F04B-D9F6-5D2A-E109-0E2AB61E361B}"/>
          </ac:spMkLst>
        </pc:spChg>
        <pc:spChg chg="add mod">
          <ac:chgData name="Manish Agrawal" userId="1f6d2647-6235-4a34-bab9-93cff2ec24af" providerId="ADAL" clId="{C687AF16-5786-4043-A4A7-6DA7F14EA444}" dt="2024-11-21T05:37:20.269" v="3194" actId="207"/>
          <ac:spMkLst>
            <pc:docMk/>
            <pc:sldMk cId="1604499669" sldId="279"/>
            <ac:spMk id="6" creationId="{1BF559A3-8FAE-428B-3BF0-32AA5E2BC25C}"/>
          </ac:spMkLst>
        </pc:spChg>
        <pc:spChg chg="add mod">
          <ac:chgData name="Manish Agrawal" userId="1f6d2647-6235-4a34-bab9-93cff2ec24af" providerId="ADAL" clId="{C687AF16-5786-4043-A4A7-6DA7F14EA444}" dt="2024-11-20T11:30:50.446" v="2437" actId="1076"/>
          <ac:spMkLst>
            <pc:docMk/>
            <pc:sldMk cId="1604499669" sldId="279"/>
            <ac:spMk id="7" creationId="{7DFE6B07-9967-BF30-DD42-BC482040316E}"/>
          </ac:spMkLst>
        </pc:spChg>
        <pc:spChg chg="add del mod">
          <ac:chgData name="Manish Agrawal" userId="1f6d2647-6235-4a34-bab9-93cff2ec24af" providerId="ADAL" clId="{C687AF16-5786-4043-A4A7-6DA7F14EA444}" dt="2024-11-20T11:23:09.523" v="2304" actId="478"/>
          <ac:spMkLst>
            <pc:docMk/>
            <pc:sldMk cId="1604499669" sldId="279"/>
            <ac:spMk id="10" creationId="{D200BC32-3603-F4CD-16B3-E9212BF5DB37}"/>
          </ac:spMkLst>
        </pc:spChg>
        <pc:spChg chg="add del mod">
          <ac:chgData name="Manish Agrawal" userId="1f6d2647-6235-4a34-bab9-93cff2ec24af" providerId="ADAL" clId="{C687AF16-5786-4043-A4A7-6DA7F14EA444}" dt="2024-11-20T11:26:23.767" v="2319" actId="478"/>
          <ac:spMkLst>
            <pc:docMk/>
            <pc:sldMk cId="1604499669" sldId="279"/>
            <ac:spMk id="11" creationId="{56908875-6A3F-5DB5-C239-9BEA6E478EB5}"/>
          </ac:spMkLst>
        </pc:spChg>
        <pc:spChg chg="add mod">
          <ac:chgData name="Manish Agrawal" userId="1f6d2647-6235-4a34-bab9-93cff2ec24af" providerId="ADAL" clId="{C687AF16-5786-4043-A4A7-6DA7F14EA444}" dt="2024-11-20T11:37:30.369" v="2505" actId="1076"/>
          <ac:spMkLst>
            <pc:docMk/>
            <pc:sldMk cId="1604499669" sldId="279"/>
            <ac:spMk id="12" creationId="{BCDE5C8E-3580-9DCD-DBF1-4027745CB671}"/>
          </ac:spMkLst>
        </pc:spChg>
        <pc:spChg chg="add mod">
          <ac:chgData name="Manish Agrawal" userId="1f6d2647-6235-4a34-bab9-93cff2ec24af" providerId="ADAL" clId="{C687AF16-5786-4043-A4A7-6DA7F14EA444}" dt="2024-11-21T05:37:41.211" v="3202" actId="6549"/>
          <ac:spMkLst>
            <pc:docMk/>
            <pc:sldMk cId="1604499669" sldId="279"/>
            <ac:spMk id="13" creationId="{DA318192-4B0F-0A12-1511-2F8B641B1E0D}"/>
          </ac:spMkLst>
        </pc:spChg>
        <pc:spChg chg="add mod">
          <ac:chgData name="Manish Agrawal" userId="1f6d2647-6235-4a34-bab9-93cff2ec24af" providerId="ADAL" clId="{C687AF16-5786-4043-A4A7-6DA7F14EA444}" dt="2024-11-21T05:37:36.635" v="3200" actId="6549"/>
          <ac:spMkLst>
            <pc:docMk/>
            <pc:sldMk cId="1604499669" sldId="279"/>
            <ac:spMk id="14" creationId="{6C0EED66-3E8F-635E-4F30-E5B29B0F011C}"/>
          </ac:spMkLst>
        </pc:spChg>
        <pc:spChg chg="add mod">
          <ac:chgData name="Manish Agrawal" userId="1f6d2647-6235-4a34-bab9-93cff2ec24af" providerId="ADAL" clId="{C687AF16-5786-4043-A4A7-6DA7F14EA444}" dt="2024-11-21T05:37:45.243" v="3204" actId="20577"/>
          <ac:spMkLst>
            <pc:docMk/>
            <pc:sldMk cId="1604499669" sldId="279"/>
            <ac:spMk id="15" creationId="{AB793FF1-317E-B9B5-5E76-C9F075D7A07C}"/>
          </ac:spMkLst>
        </pc:spChg>
        <pc:spChg chg="add mod">
          <ac:chgData name="Manish Agrawal" userId="1f6d2647-6235-4a34-bab9-93cff2ec24af" providerId="ADAL" clId="{C687AF16-5786-4043-A4A7-6DA7F14EA444}" dt="2024-11-21T05:37:49.882" v="3206" actId="6549"/>
          <ac:spMkLst>
            <pc:docMk/>
            <pc:sldMk cId="1604499669" sldId="279"/>
            <ac:spMk id="16" creationId="{CF46E56B-AB70-43F9-A551-4D06ACF83C7A}"/>
          </ac:spMkLst>
        </pc:spChg>
        <pc:spChg chg="del mod">
          <ac:chgData name="Manish Agrawal" userId="1f6d2647-6235-4a34-bab9-93cff2ec24af" providerId="ADAL" clId="{C687AF16-5786-4043-A4A7-6DA7F14EA444}" dt="2024-11-21T05:37:00.446" v="3191" actId="478"/>
          <ac:spMkLst>
            <pc:docMk/>
            <pc:sldMk cId="1604499669" sldId="279"/>
            <ac:spMk id="263" creationId="{96A8C737-5E15-DC6C-11EE-26D5C93F46C6}"/>
          </ac:spMkLst>
        </pc:spChg>
        <pc:graphicFrameChg chg="add del mod modGraphic">
          <ac:chgData name="Manish Agrawal" userId="1f6d2647-6235-4a34-bab9-93cff2ec24af" providerId="ADAL" clId="{C687AF16-5786-4043-A4A7-6DA7F14EA444}" dt="2024-11-20T11:20:51.234" v="2222" actId="478"/>
          <ac:graphicFrameMkLst>
            <pc:docMk/>
            <pc:sldMk cId="1604499669" sldId="279"/>
            <ac:graphicFrameMk id="2" creationId="{F52B77E9-B799-6FF2-C509-8DA75E1F9B2F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48.964" v="2536" actId="1076"/>
          <ac:graphicFrameMkLst>
            <pc:docMk/>
            <pc:sldMk cId="1604499669" sldId="279"/>
            <ac:graphicFrameMk id="17" creationId="{632FD85C-26F3-9852-FB3D-3C0924ABAAE9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35:11.459" v="2488" actId="1076"/>
          <ac:graphicFrameMkLst>
            <pc:docMk/>
            <pc:sldMk cId="1604499669" sldId="279"/>
            <ac:graphicFrameMk id="18" creationId="{B1610B5A-A4B9-FB68-2B33-4AA7A54D2855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36:33.453" v="2493" actId="1076"/>
          <ac:graphicFrameMkLst>
            <pc:docMk/>
            <pc:sldMk cId="1604499669" sldId="279"/>
            <ac:graphicFrameMk id="19" creationId="{87FD1324-5D32-9642-2F07-44C71FB8E80E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48.964" v="2536" actId="1076"/>
          <ac:graphicFrameMkLst>
            <pc:docMk/>
            <pc:sldMk cId="1604499669" sldId="279"/>
            <ac:graphicFrameMk id="20" creationId="{35F2B32E-2176-8ED7-4AC4-9734E9FA5FA5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29.490" v="2529" actId="1076"/>
          <ac:graphicFrameMkLst>
            <pc:docMk/>
            <pc:sldMk cId="1604499669" sldId="279"/>
            <ac:graphicFrameMk id="21" creationId="{F9101F1D-B93F-9DFB-A7FB-F97E2A3CE3DA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57.805" v="2538" actId="242"/>
          <ac:graphicFrameMkLst>
            <pc:docMk/>
            <pc:sldMk cId="1604499669" sldId="279"/>
            <ac:graphicFrameMk id="22" creationId="{F6791D1A-B80F-3385-9451-034BEE10EB1F}"/>
          </ac:graphicFrameMkLst>
        </pc:graphicFrameChg>
        <pc:picChg chg="del mod">
          <ac:chgData name="Manish Agrawal" userId="1f6d2647-6235-4a34-bab9-93cff2ec24af" providerId="ADAL" clId="{C687AF16-5786-4043-A4A7-6DA7F14EA444}" dt="2024-11-20T11:20:52.184" v="2223" actId="478"/>
          <ac:picMkLst>
            <pc:docMk/>
            <pc:sldMk cId="1604499669" sldId="279"/>
            <ac:picMk id="8" creationId="{BC46B56E-0C02-EB6C-568F-1241DECAB17C}"/>
          </ac:picMkLst>
        </pc:picChg>
        <pc:picChg chg="del mod">
          <ac:chgData name="Manish Agrawal" userId="1f6d2647-6235-4a34-bab9-93cff2ec24af" providerId="ADAL" clId="{C687AF16-5786-4043-A4A7-6DA7F14EA444}" dt="2024-11-20T11:20:52.606" v="2224" actId="478"/>
          <ac:picMkLst>
            <pc:docMk/>
            <pc:sldMk cId="1604499669" sldId="279"/>
            <ac:picMk id="9" creationId="{494EA522-3A34-C8D9-2BB6-A318BADF1913}"/>
          </ac:picMkLst>
        </pc:picChg>
        <pc:cxnChg chg="add mod">
          <ac:chgData name="Manish Agrawal" userId="1f6d2647-6235-4a34-bab9-93cff2ec24af" providerId="ADAL" clId="{C687AF16-5786-4043-A4A7-6DA7F14EA444}" dt="2024-11-20T12:09:26.316" v="2870" actId="14100"/>
          <ac:cxnSpMkLst>
            <pc:docMk/>
            <pc:sldMk cId="1604499669" sldId="279"/>
            <ac:cxnSpMk id="24" creationId="{CC503A40-0EF5-2DD4-6D23-E5641E683D59}"/>
          </ac:cxnSpMkLst>
        </pc:cxnChg>
        <pc:cxnChg chg="add mod">
          <ac:chgData name="Manish Agrawal" userId="1f6d2647-6235-4a34-bab9-93cff2ec24af" providerId="ADAL" clId="{C687AF16-5786-4043-A4A7-6DA7F14EA444}" dt="2024-11-20T12:09:20.470" v="2869" actId="1037"/>
          <ac:cxnSpMkLst>
            <pc:docMk/>
            <pc:sldMk cId="1604499669" sldId="279"/>
            <ac:cxnSpMk id="26" creationId="{AEBE3C7D-25CE-F7A6-007C-18EBF17AE180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7" creationId="{79EBC631-2287-34AE-771D-401874C4A395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8" creationId="{22359D9C-F300-F637-1E09-077801AB0BF8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9" creationId="{53031FB2-CCEF-10C8-BEAE-3A4A9D46E4A8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0" creationId="{DE1220E0-A11E-C5CE-4989-F8D94E6947EE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2" creationId="{687990FF-50F8-BE81-F4FF-AB075CFED78F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3" creationId="{DC14E0F7-3B56-0712-1095-0E640ABA330B}"/>
          </ac:cxnSpMkLst>
        </pc:cxnChg>
        <pc:cxnChg chg="add del mod">
          <ac:chgData name="Manish Agrawal" userId="1f6d2647-6235-4a34-bab9-93cff2ec24af" providerId="ADAL" clId="{C687AF16-5786-4043-A4A7-6DA7F14EA444}" dt="2024-11-20T12:00:56.675" v="2805" actId="478"/>
          <ac:cxnSpMkLst>
            <pc:docMk/>
            <pc:sldMk cId="1604499669" sldId="279"/>
            <ac:cxnSpMk id="36" creationId="{8EDD620D-D828-E0FB-C8C1-F886B3EC7785}"/>
          </ac:cxnSpMkLst>
        </pc:cxnChg>
        <pc:cxnChg chg="add mod">
          <ac:chgData name="Manish Agrawal" userId="1f6d2647-6235-4a34-bab9-93cff2ec24af" providerId="ADAL" clId="{C687AF16-5786-4043-A4A7-6DA7F14EA444}" dt="2024-11-20T12:09:31.761" v="2896" actId="1037"/>
          <ac:cxnSpMkLst>
            <pc:docMk/>
            <pc:sldMk cId="1604499669" sldId="279"/>
            <ac:cxnSpMk id="37" creationId="{C0E2C25A-EC8D-68D4-A52B-7B7F6B137B5B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8" creationId="{FBFA35CB-C138-8550-7869-F76ACDD265AB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41" creationId="{6AD5D488-875A-A765-9D81-3F9134E4319F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42" creationId="{AED43DF1-E486-D44C-D254-C0A44DBD898F}"/>
          </ac:cxnSpMkLst>
        </pc:cxnChg>
        <pc:cxnChg chg="add mod">
          <ac:chgData name="Manish Agrawal" userId="1f6d2647-6235-4a34-bab9-93cff2ec24af" providerId="ADAL" clId="{C687AF16-5786-4043-A4A7-6DA7F14EA444}" dt="2024-11-20T12:04:10.898" v="2827" actId="14100"/>
          <ac:cxnSpMkLst>
            <pc:docMk/>
            <pc:sldMk cId="1604499669" sldId="279"/>
            <ac:cxnSpMk id="43" creationId="{0F3731D2-A6F9-5CF1-7ADD-5AE11CA96416}"/>
          </ac:cxnSpMkLst>
        </pc:cxnChg>
        <pc:cxnChg chg="add mod">
          <ac:chgData name="Manish Agrawal" userId="1f6d2647-6235-4a34-bab9-93cff2ec24af" providerId="ADAL" clId="{C687AF16-5786-4043-A4A7-6DA7F14EA444}" dt="2024-11-20T12:04:21.208" v="2829" actId="1076"/>
          <ac:cxnSpMkLst>
            <pc:docMk/>
            <pc:sldMk cId="1604499669" sldId="279"/>
            <ac:cxnSpMk id="44" creationId="{C4E8B096-FA85-8EAE-F012-B892AA42013B}"/>
          </ac:cxnSpMkLst>
        </pc:cxnChg>
        <pc:cxnChg chg="add mod">
          <ac:chgData name="Manish Agrawal" userId="1f6d2647-6235-4a34-bab9-93cff2ec24af" providerId="ADAL" clId="{C687AF16-5786-4043-A4A7-6DA7F14EA444}" dt="2024-11-20T12:04:27.868" v="2830" actId="14100"/>
          <ac:cxnSpMkLst>
            <pc:docMk/>
            <pc:sldMk cId="1604499669" sldId="279"/>
            <ac:cxnSpMk id="45" creationId="{4289070F-09B4-32DC-7C2D-07E49A1FE442}"/>
          </ac:cxnSpMkLst>
        </pc:cxnChg>
        <pc:cxnChg chg="add mod">
          <ac:chgData name="Manish Agrawal" userId="1f6d2647-6235-4a34-bab9-93cff2ec24af" providerId="ADAL" clId="{C687AF16-5786-4043-A4A7-6DA7F14EA444}" dt="2024-11-20T12:03:45.296" v="2819" actId="14100"/>
          <ac:cxnSpMkLst>
            <pc:docMk/>
            <pc:sldMk cId="1604499669" sldId="279"/>
            <ac:cxnSpMk id="46" creationId="{FBC1FBDC-00EA-16A6-B7BD-F52FC7347F13}"/>
          </ac:cxnSpMkLst>
        </pc:cxnChg>
      </pc:sldChg>
      <pc:sldChg chg="del">
        <pc:chgData name="Manish Agrawal" userId="1f6d2647-6235-4a34-bab9-93cff2ec24af" providerId="ADAL" clId="{C687AF16-5786-4043-A4A7-6DA7F14EA444}" dt="2024-11-20T12:25:52.738" v="3046" actId="47"/>
        <pc:sldMkLst>
          <pc:docMk/>
          <pc:sldMk cId="301339872" sldId="280"/>
        </pc:sldMkLst>
      </pc:sldChg>
      <pc:sldChg chg="delSp del mod">
        <pc:chgData name="Manish Agrawal" userId="1f6d2647-6235-4a34-bab9-93cff2ec24af" providerId="ADAL" clId="{C687AF16-5786-4043-A4A7-6DA7F14EA444}" dt="2024-11-20T10:15:49.878" v="2106" actId="47"/>
        <pc:sldMkLst>
          <pc:docMk/>
          <pc:sldMk cId="2703391665" sldId="281"/>
        </pc:sldMkLst>
        <pc:picChg chg="del">
          <ac:chgData name="Manish Agrawal" userId="1f6d2647-6235-4a34-bab9-93cff2ec24af" providerId="ADAL" clId="{C687AF16-5786-4043-A4A7-6DA7F14EA444}" dt="2024-11-20T10:15:47.345" v="2105" actId="478"/>
          <ac:picMkLst>
            <pc:docMk/>
            <pc:sldMk cId="2703391665" sldId="281"/>
            <ac:picMk id="5" creationId="{7B9486EC-2ABD-0F28-F56C-AF9FBA7A14A8}"/>
          </ac:picMkLst>
        </pc:picChg>
      </pc:sldChg>
      <pc:sldChg chg="delSp modSp del mod ord">
        <pc:chgData name="Manish Agrawal" userId="1f6d2647-6235-4a34-bab9-93cff2ec24af" providerId="ADAL" clId="{C687AF16-5786-4043-A4A7-6DA7F14EA444}" dt="2024-11-25T13:21:17.906" v="4793" actId="47"/>
        <pc:sldMkLst>
          <pc:docMk/>
          <pc:sldMk cId="1569036446" sldId="282"/>
        </pc:sldMkLst>
        <pc:spChg chg="mod">
          <ac:chgData name="Manish Agrawal" userId="1f6d2647-6235-4a34-bab9-93cff2ec24af" providerId="ADAL" clId="{C687AF16-5786-4043-A4A7-6DA7F14EA444}" dt="2024-11-25T12:24:19.175" v="4350" actId="1076"/>
          <ac:spMkLst>
            <pc:docMk/>
            <pc:sldMk cId="1569036446" sldId="282"/>
            <ac:spMk id="263" creationId="{A24B7E92-20D6-F80C-5696-C48E27DC2150}"/>
          </ac:spMkLst>
        </pc:spChg>
        <pc:picChg chg="del mod">
          <ac:chgData name="Manish Agrawal" userId="1f6d2647-6235-4a34-bab9-93cff2ec24af" providerId="ADAL" clId="{C687AF16-5786-4043-A4A7-6DA7F14EA444}" dt="2024-11-25T12:23:59.829" v="4343" actId="478"/>
          <ac:picMkLst>
            <pc:docMk/>
            <pc:sldMk cId="1569036446" sldId="282"/>
            <ac:picMk id="6" creationId="{E4456022-017A-CA9E-4D21-3CC3FA269A47}"/>
          </ac:picMkLst>
        </pc:picChg>
        <pc:picChg chg="mod">
          <ac:chgData name="Manish Agrawal" userId="1f6d2647-6235-4a34-bab9-93cff2ec24af" providerId="ADAL" clId="{C687AF16-5786-4043-A4A7-6DA7F14EA444}" dt="2024-11-25T13:21:08.829" v="4792" actId="14100"/>
          <ac:picMkLst>
            <pc:docMk/>
            <pc:sldMk cId="1569036446" sldId="282"/>
            <ac:picMk id="7" creationId="{80EF3C6E-79E6-3731-C830-6EF18CE7B682}"/>
          </ac:picMkLst>
        </pc:picChg>
        <pc:picChg chg="del mod">
          <ac:chgData name="Manish Agrawal" userId="1f6d2647-6235-4a34-bab9-93cff2ec24af" providerId="ADAL" clId="{C687AF16-5786-4043-A4A7-6DA7F14EA444}" dt="2024-11-25T12:24:00.680" v="4344" actId="478"/>
          <ac:picMkLst>
            <pc:docMk/>
            <pc:sldMk cId="1569036446" sldId="282"/>
            <ac:picMk id="8" creationId="{5FA41773-6229-B9B0-5C3E-6778239B91E1}"/>
          </ac:picMkLst>
        </pc:picChg>
        <pc:picChg chg="del">
          <ac:chgData name="Manish Agrawal" userId="1f6d2647-6235-4a34-bab9-93cff2ec24af" providerId="ADAL" clId="{C687AF16-5786-4043-A4A7-6DA7F14EA444}" dt="2024-11-25T12:24:03.131" v="4345" actId="478"/>
          <ac:picMkLst>
            <pc:docMk/>
            <pc:sldMk cId="1569036446" sldId="282"/>
            <ac:picMk id="9" creationId="{B3715F85-C636-A77D-B61F-49924ADDB600}"/>
          </ac:picMkLst>
        </pc:picChg>
      </pc:sldChg>
      <pc:sldChg chg="addSp delSp modSp mod ord modAnim">
        <pc:chgData name="Manish Agrawal" userId="1f6d2647-6235-4a34-bab9-93cff2ec24af" providerId="ADAL" clId="{C687AF16-5786-4043-A4A7-6DA7F14EA444}" dt="2024-11-26T09:40:21.806" v="6929"/>
        <pc:sldMkLst>
          <pc:docMk/>
          <pc:sldMk cId="1188892578" sldId="283"/>
        </pc:sldMkLst>
        <pc:spChg chg="add mod">
          <ac:chgData name="Manish Agrawal" userId="1f6d2647-6235-4a34-bab9-93cff2ec24af" providerId="ADAL" clId="{C687AF16-5786-4043-A4A7-6DA7F14EA444}" dt="2024-11-26T06:00:49.659" v="5895" actId="1076"/>
          <ac:spMkLst>
            <pc:docMk/>
            <pc:sldMk cId="1188892578" sldId="283"/>
            <ac:spMk id="3" creationId="{A7B35723-A18D-21C3-03AE-E1FC986811C4}"/>
          </ac:spMkLst>
        </pc:spChg>
        <pc:spChg chg="del mod">
          <ac:chgData name="Manish Agrawal" userId="1f6d2647-6235-4a34-bab9-93cff2ec24af" providerId="ADAL" clId="{C687AF16-5786-4043-A4A7-6DA7F14EA444}" dt="2024-11-26T05:33:14.038" v="5048"/>
          <ac:spMkLst>
            <pc:docMk/>
            <pc:sldMk cId="1188892578" sldId="283"/>
            <ac:spMk id="4" creationId="{4CBD9B5C-A610-9AFC-86D3-F0FBAAAB585F}"/>
          </ac:spMkLst>
        </pc:spChg>
        <pc:spChg chg="add del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6" creationId="{83A9D507-F588-E472-8C2D-D76AA2886FE3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7" creationId="{32C5BACC-A37B-B438-AB5B-AC26CDB1F86C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8" creationId="{80DBC7FD-4E28-ADDE-D75A-E9B188A9BB86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9" creationId="{DD8C64D9-F6F7-71CF-8725-DC866DDC45BE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0" creationId="{2F933ABC-52FF-DD8D-3168-E45A1E7F2924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1" creationId="{614CC07D-CC74-1678-CB13-2385A731A834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2" creationId="{17067D8C-5633-DCB5-2A6D-7953F0A92388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3" creationId="{A6DA47D5-CB4A-BE3A-05F9-827A499463B3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4" creationId="{C789E155-0FF2-6FE8-89B8-06899FA2C3A7}"/>
          </ac:spMkLst>
        </pc:spChg>
        <pc:spChg chg="add mod">
          <ac:chgData name="Manish Agrawal" userId="1f6d2647-6235-4a34-bab9-93cff2ec24af" providerId="ADAL" clId="{C687AF16-5786-4043-A4A7-6DA7F14EA444}" dt="2024-11-26T06:08:38.611" v="6194" actId="20577"/>
          <ac:spMkLst>
            <pc:docMk/>
            <pc:sldMk cId="1188892578" sldId="283"/>
            <ac:spMk id="15" creationId="{3E18917E-664B-C1C0-3CD3-3A42A4D2644F}"/>
          </ac:spMkLst>
        </pc:spChg>
        <pc:spChg chg="add mod ord">
          <ac:chgData name="Manish Agrawal" userId="1f6d2647-6235-4a34-bab9-93cff2ec24af" providerId="ADAL" clId="{C687AF16-5786-4043-A4A7-6DA7F14EA444}" dt="2024-11-26T09:37:26.713" v="6884" actId="167"/>
          <ac:spMkLst>
            <pc:docMk/>
            <pc:sldMk cId="1188892578" sldId="283"/>
            <ac:spMk id="44" creationId="{C6F46865-4EEC-3FCE-6B13-BB1A82590EE6}"/>
          </ac:spMkLst>
        </pc:spChg>
        <pc:spChg chg="del">
          <ac:chgData name="Manish Agrawal" userId="1f6d2647-6235-4a34-bab9-93cff2ec24af" providerId="ADAL" clId="{C687AF16-5786-4043-A4A7-6DA7F14EA444}" dt="2024-11-26T05:33:06.865" v="5043" actId="478"/>
          <ac:spMkLst>
            <pc:docMk/>
            <pc:sldMk cId="1188892578" sldId="283"/>
            <ac:spMk id="262" creationId="{EC385DD7-ED43-12D3-4525-6EF5F80D9C5A}"/>
          </ac:spMkLst>
        </pc:spChg>
        <pc:spChg chg="mod">
          <ac:chgData name="Manish Agrawal" userId="1f6d2647-6235-4a34-bab9-93cff2ec24af" providerId="ADAL" clId="{C687AF16-5786-4043-A4A7-6DA7F14EA444}" dt="2024-11-26T07:34:27.135" v="6678" actId="1076"/>
          <ac:spMkLst>
            <pc:docMk/>
            <pc:sldMk cId="1188892578" sldId="283"/>
            <ac:spMk id="263" creationId="{435A14A0-EA48-12A5-E636-6FADC7A4D060}"/>
          </ac:spMkLst>
        </pc:spChg>
        <pc:picChg chg="del mod">
          <ac:chgData name="Manish Agrawal" userId="1f6d2647-6235-4a34-bab9-93cff2ec24af" providerId="ADAL" clId="{C687AF16-5786-4043-A4A7-6DA7F14EA444}" dt="2024-11-26T05:40:52.001" v="5312" actId="478"/>
          <ac:picMkLst>
            <pc:docMk/>
            <pc:sldMk cId="1188892578" sldId="283"/>
            <ac:picMk id="5" creationId="{1277DEDF-30C9-B659-5F3F-4A7F3A03F8AB}"/>
          </ac:picMkLst>
        </pc:picChg>
        <pc:cxnChg chg="add del">
          <ac:chgData name="Manish Agrawal" userId="1f6d2647-6235-4a34-bab9-93cff2ec24af" providerId="ADAL" clId="{C687AF16-5786-4043-A4A7-6DA7F14EA444}" dt="2024-11-26T05:40:53.649" v="5313" actId="478"/>
          <ac:cxnSpMkLst>
            <pc:docMk/>
            <pc:sldMk cId="1188892578" sldId="283"/>
            <ac:cxnSpMk id="17" creationId="{EE64F837-7888-3BFD-E4E0-CF95B70327F0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19" creationId="{5F7D4556-E5D4-EFE4-3AB9-9A69E6CB9282}"/>
          </ac:cxnSpMkLst>
        </pc:cxnChg>
        <pc:cxnChg chg="add del">
          <ac:chgData name="Manish Agrawal" userId="1f6d2647-6235-4a34-bab9-93cff2ec24af" providerId="ADAL" clId="{C687AF16-5786-4043-A4A7-6DA7F14EA444}" dt="2024-11-26T05:46:46.729" v="5381" actId="11529"/>
          <ac:cxnSpMkLst>
            <pc:docMk/>
            <pc:sldMk cId="1188892578" sldId="283"/>
            <ac:cxnSpMk id="21" creationId="{18A51E33-81BC-1CEB-7A69-F74F9B3B039E}"/>
          </ac:cxnSpMkLst>
        </pc:cxnChg>
        <pc:cxnChg chg="add del">
          <ac:chgData name="Manish Agrawal" userId="1f6d2647-6235-4a34-bab9-93cff2ec24af" providerId="ADAL" clId="{C687AF16-5786-4043-A4A7-6DA7F14EA444}" dt="2024-11-26T05:46:56.426" v="5383" actId="11529"/>
          <ac:cxnSpMkLst>
            <pc:docMk/>
            <pc:sldMk cId="1188892578" sldId="283"/>
            <ac:cxnSpMk id="23" creationId="{2434753B-2A47-B842-9152-F61480FCAA8A}"/>
          </ac:cxnSpMkLst>
        </pc:cxnChg>
        <pc:cxnChg chg="add mod">
          <ac:chgData name="Manish Agrawal" userId="1f6d2647-6235-4a34-bab9-93cff2ec24af" providerId="ADAL" clId="{C687AF16-5786-4043-A4A7-6DA7F14EA444}" dt="2024-11-26T06:36:15.079" v="6422" actId="1035"/>
          <ac:cxnSpMkLst>
            <pc:docMk/>
            <pc:sldMk cId="1188892578" sldId="283"/>
            <ac:cxnSpMk id="25" creationId="{ADB093E2-5272-C596-6231-E7E17A245BDA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6" creationId="{FF84D459-7071-1D2C-4FF4-CDE35DF9A179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7" creationId="{C3AB24B2-8A2C-C3B6-C402-965AAEDD6EC5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8" creationId="{9355096A-3A56-81F0-61D3-8D4D8DA47EE2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9" creationId="{C8EDEAB4-DF17-41FD-34C9-4244B464CFE8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0" creationId="{4E1149D4-F4F6-D21E-7E51-107C7F49288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2" creationId="{B6C78C72-B572-1CBC-7334-7CC38B5EDB8A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3" creationId="{1ABC0484-999F-1581-51D5-975B44B0E646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6" creationId="{9A6EA695-BB84-170A-227A-8914FFAE9147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0" creationId="{A6F1101B-4FA7-C2BB-4E14-97286FC25A9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1" creationId="{72B980AF-9F76-AACC-E774-CE06106BC98E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2" creationId="{77917D18-C064-4B53-25AB-D49089F8AE0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3" creationId="{9E087062-1223-CDEA-D6D3-0541D7CEE4FD}"/>
          </ac:cxnSpMkLst>
        </pc:cxnChg>
      </pc:sldChg>
      <pc:sldChg chg="del">
        <pc:chgData name="Manish Agrawal" userId="1f6d2647-6235-4a34-bab9-93cff2ec24af" providerId="ADAL" clId="{C687AF16-5786-4043-A4A7-6DA7F14EA444}" dt="2024-11-26T07:38:26.866" v="6687" actId="47"/>
        <pc:sldMkLst>
          <pc:docMk/>
          <pc:sldMk cId="1638514670" sldId="284"/>
        </pc:sldMkLst>
      </pc:sldChg>
      <pc:sldChg chg="addSp modSp mod modAnim">
        <pc:chgData name="Manish Agrawal" userId="1f6d2647-6235-4a34-bab9-93cff2ec24af" providerId="ADAL" clId="{C687AF16-5786-4043-A4A7-6DA7F14EA444}" dt="2024-11-26T10:01:18.425" v="6980"/>
        <pc:sldMkLst>
          <pc:docMk/>
          <pc:sldMk cId="1293341146" sldId="285"/>
        </pc:sldMkLst>
        <pc:spChg chg="add mod">
          <ac:chgData name="Manish Agrawal" userId="1f6d2647-6235-4a34-bab9-93cff2ec24af" providerId="ADAL" clId="{C687AF16-5786-4043-A4A7-6DA7F14EA444}" dt="2024-11-26T10:00:27.206" v="6972" actId="108"/>
          <ac:spMkLst>
            <pc:docMk/>
            <pc:sldMk cId="1293341146" sldId="285"/>
            <ac:spMk id="2" creationId="{637BE5A0-B55A-47E0-8F38-B2B0AE376584}"/>
          </ac:spMkLst>
        </pc:spChg>
        <pc:spChg chg="mod">
          <ac:chgData name="Manish Agrawal" userId="1f6d2647-6235-4a34-bab9-93cff2ec24af" providerId="ADAL" clId="{C687AF16-5786-4043-A4A7-6DA7F14EA444}" dt="2024-11-26T10:00:32.166" v="6973" actId="1076"/>
          <ac:spMkLst>
            <pc:docMk/>
            <pc:sldMk cId="1293341146" sldId="285"/>
            <ac:spMk id="8" creationId="{7D330EB2-54D0-F84E-1627-744BCBC46509}"/>
          </ac:spMkLst>
        </pc:spChg>
        <pc:picChg chg="mod">
          <ac:chgData name="Manish Agrawal" userId="1f6d2647-6235-4a34-bab9-93cff2ec24af" providerId="ADAL" clId="{C687AF16-5786-4043-A4A7-6DA7F14EA444}" dt="2024-11-26T06:37:37.375" v="6428" actId="1076"/>
          <ac:picMkLst>
            <pc:docMk/>
            <pc:sldMk cId="1293341146" sldId="285"/>
            <ac:picMk id="9" creationId="{6B04DDC6-400A-CDF8-5551-7D017B1212A3}"/>
          </ac:picMkLst>
        </pc:picChg>
        <pc:picChg chg="mod">
          <ac:chgData name="Manish Agrawal" userId="1f6d2647-6235-4a34-bab9-93cff2ec24af" providerId="ADAL" clId="{C687AF16-5786-4043-A4A7-6DA7F14EA444}" dt="2024-11-26T07:35:29.461" v="6679" actId="1076"/>
          <ac:picMkLst>
            <pc:docMk/>
            <pc:sldMk cId="1293341146" sldId="285"/>
            <ac:picMk id="10" creationId="{D1D24671-C42F-83E6-AD4E-E21A4B7FB4D8}"/>
          </ac:picMkLst>
        </pc:picChg>
      </pc:sldChg>
      <pc:sldChg chg="addSp delSp modSp mod delAnim modAnim">
        <pc:chgData name="Manish Agrawal" userId="1f6d2647-6235-4a34-bab9-93cff2ec24af" providerId="ADAL" clId="{C687AF16-5786-4043-A4A7-6DA7F14EA444}" dt="2024-11-26T10:01:29.574" v="6982" actId="1076"/>
        <pc:sldMkLst>
          <pc:docMk/>
          <pc:sldMk cId="2299191541" sldId="287"/>
        </pc:sldMkLst>
        <pc:spChg chg="mod">
          <ac:chgData name="Manish Agrawal" userId="1f6d2647-6235-4a34-bab9-93cff2ec24af" providerId="ADAL" clId="{C687AF16-5786-4043-A4A7-6DA7F14EA444}" dt="2024-11-26T08:19:25.883" v="6697" actId="1076"/>
          <ac:spMkLst>
            <pc:docMk/>
            <pc:sldMk cId="2299191541" sldId="287"/>
            <ac:spMk id="3" creationId="{C7B009AD-C1BC-28AC-994F-4059CE490E1C}"/>
          </ac:spMkLst>
        </pc:spChg>
        <pc:spChg chg="add del mod">
          <ac:chgData name="Manish Agrawal" userId="1f6d2647-6235-4a34-bab9-93cff2ec24af" providerId="ADAL" clId="{C687AF16-5786-4043-A4A7-6DA7F14EA444}" dt="2024-11-26T08:01:19.923" v="6692" actId="478"/>
          <ac:spMkLst>
            <pc:docMk/>
            <pc:sldMk cId="2299191541" sldId="287"/>
            <ac:spMk id="5" creationId="{C8E652E2-CA01-1136-511E-B06B4B3362DF}"/>
          </ac:spMkLst>
        </pc:spChg>
        <pc:spChg chg="add del mod">
          <ac:chgData name="Manish Agrawal" userId="1f6d2647-6235-4a34-bab9-93cff2ec24af" providerId="ADAL" clId="{C687AF16-5786-4043-A4A7-6DA7F14EA444}" dt="2024-11-26T08:19:21.258" v="6696" actId="478"/>
          <ac:spMkLst>
            <pc:docMk/>
            <pc:sldMk cId="2299191541" sldId="287"/>
            <ac:spMk id="6" creationId="{88363B23-98CE-0DE0-3C20-3B1835ABB48A}"/>
          </ac:spMkLst>
        </pc:spChg>
        <pc:picChg chg="del">
          <ac:chgData name="Manish Agrawal" userId="1f6d2647-6235-4a34-bab9-93cff2ec24af" providerId="ADAL" clId="{C687AF16-5786-4043-A4A7-6DA7F14EA444}" dt="2024-11-26T08:00:43.300" v="6688" actId="478"/>
          <ac:picMkLst>
            <pc:docMk/>
            <pc:sldMk cId="2299191541" sldId="287"/>
            <ac:picMk id="2" creationId="{D228DDF6-A49F-CC92-9905-6F1BE872A464}"/>
          </ac:picMkLst>
        </pc:picChg>
        <pc:picChg chg="add mod">
          <ac:chgData name="Manish Agrawal" userId="1f6d2647-6235-4a34-bab9-93cff2ec24af" providerId="ADAL" clId="{C687AF16-5786-4043-A4A7-6DA7F14EA444}" dt="2024-11-26T10:01:29.574" v="6982" actId="1076"/>
          <ac:picMkLst>
            <pc:docMk/>
            <pc:sldMk cId="2299191541" sldId="287"/>
            <ac:picMk id="4" creationId="{136F5F4E-FAD6-AE18-4170-D581CFC8608B}"/>
          </ac:picMkLst>
        </pc:picChg>
      </pc:sldChg>
      <pc:sldChg chg="modSp add del ord modAnim">
        <pc:chgData name="Manish Agrawal" userId="1f6d2647-6235-4a34-bab9-93cff2ec24af" providerId="ADAL" clId="{C687AF16-5786-4043-A4A7-6DA7F14EA444}" dt="2024-11-26T10:01:51.839" v="6983"/>
        <pc:sldMkLst>
          <pc:docMk/>
          <pc:sldMk cId="0" sldId="288"/>
        </pc:sldMkLst>
        <pc:spChg chg="mod">
          <ac:chgData name="Manish Agrawal" userId="1f6d2647-6235-4a34-bab9-93cff2ec24af" providerId="ADAL" clId="{C687AF16-5786-4043-A4A7-6DA7F14EA444}" dt="2024-11-26T08:22:39.572" v="6860" actId="20577"/>
          <ac:spMkLst>
            <pc:docMk/>
            <pc:sldMk cId="0" sldId="288"/>
            <ac:spMk id="3" creationId="{A1E1B0DE-59FF-E326-CC1A-C82ABF0BA4B5}"/>
          </ac:spMkLst>
        </pc:spChg>
      </pc:sldChg>
      <pc:sldChg chg="addSp delSp modSp del mod delAnim modAnim">
        <pc:chgData name="Manish Agrawal" userId="1f6d2647-6235-4a34-bab9-93cff2ec24af" providerId="ADAL" clId="{C687AF16-5786-4043-A4A7-6DA7F14EA444}" dt="2024-11-25T07:04:58.895" v="3979" actId="47"/>
        <pc:sldMkLst>
          <pc:docMk/>
          <pc:sldMk cId="94999821" sldId="361"/>
        </pc:sldMkLst>
        <pc:spChg chg="mod">
          <ac:chgData name="Manish Agrawal" userId="1f6d2647-6235-4a34-bab9-93cff2ec24af" providerId="ADAL" clId="{C687AF16-5786-4043-A4A7-6DA7F14EA444}" dt="2024-11-19T12:41:11.507" v="182" actId="20577"/>
          <ac:spMkLst>
            <pc:docMk/>
            <pc:sldMk cId="94999821" sldId="361"/>
            <ac:spMk id="3" creationId="{C4C76209-1C4F-2CB6-85CA-6A51FBBD77D0}"/>
          </ac:spMkLst>
        </pc:spChg>
        <pc:spChg chg="mod">
          <ac:chgData name="Manish Agrawal" userId="1f6d2647-6235-4a34-bab9-93cff2ec24af" providerId="ADAL" clId="{C687AF16-5786-4043-A4A7-6DA7F14EA444}" dt="2024-11-25T07:01:24.219" v="3977" actId="255"/>
          <ac:spMkLst>
            <pc:docMk/>
            <pc:sldMk cId="94999821" sldId="361"/>
            <ac:spMk id="4" creationId="{CAE44681-AEC9-6A84-C24C-3002D1A9795E}"/>
          </ac:spMkLst>
        </pc:spChg>
        <pc:spChg chg="mod">
          <ac:chgData name="Manish Agrawal" userId="1f6d2647-6235-4a34-bab9-93cff2ec24af" providerId="ADAL" clId="{C687AF16-5786-4043-A4A7-6DA7F14EA444}" dt="2024-11-19T13:42:22.816" v="587" actId="113"/>
          <ac:spMkLst>
            <pc:docMk/>
            <pc:sldMk cId="94999821" sldId="361"/>
            <ac:spMk id="11" creationId="{271A92C1-3791-9B7C-1C33-8B817CE35BC0}"/>
          </ac:spMkLst>
        </pc:spChg>
        <pc:spChg chg="del mod">
          <ac:chgData name="Manish Agrawal" userId="1f6d2647-6235-4a34-bab9-93cff2ec24af" providerId="ADAL" clId="{C687AF16-5786-4043-A4A7-6DA7F14EA444}" dt="2024-11-19T13:41:36.290" v="567" actId="478"/>
          <ac:spMkLst>
            <pc:docMk/>
            <pc:sldMk cId="94999821" sldId="361"/>
            <ac:spMk id="12" creationId="{AE409852-0F2C-8FD1-9B14-295013163775}"/>
          </ac:spMkLst>
        </pc:spChg>
        <pc:spChg chg="mod">
          <ac:chgData name="Manish Agrawal" userId="1f6d2647-6235-4a34-bab9-93cff2ec24af" providerId="ADAL" clId="{C687AF16-5786-4043-A4A7-6DA7F14EA444}" dt="2024-11-19T13:04:30.556" v="209" actId="113"/>
          <ac:spMkLst>
            <pc:docMk/>
            <pc:sldMk cId="94999821" sldId="361"/>
            <ac:spMk id="13" creationId="{1BC9F2B6-58FE-0BAA-A899-C9EBE7359F98}"/>
          </ac:spMkLst>
        </pc:spChg>
        <pc:picChg chg="del">
          <ac:chgData name="Manish Agrawal" userId="1f6d2647-6235-4a34-bab9-93cff2ec24af" providerId="ADAL" clId="{C687AF16-5786-4043-A4A7-6DA7F14EA444}" dt="2024-11-19T13:41:34.302" v="565" actId="478"/>
          <ac:picMkLst>
            <pc:docMk/>
            <pc:sldMk cId="94999821" sldId="361"/>
            <ac:picMk id="5" creationId="{E96CD6B1-6A7B-E0E1-651B-C6E295279AD3}"/>
          </ac:picMkLst>
        </pc:picChg>
        <pc:picChg chg="add mod">
          <ac:chgData name="Manish Agrawal" userId="1f6d2647-6235-4a34-bab9-93cff2ec24af" providerId="ADAL" clId="{C687AF16-5786-4043-A4A7-6DA7F14EA444}" dt="2024-11-19T13:42:09.024" v="583" actId="14100"/>
          <ac:picMkLst>
            <pc:docMk/>
            <pc:sldMk cId="94999821" sldId="361"/>
            <ac:picMk id="6" creationId="{69B8CAAC-9ADB-52A8-DB56-663BBE33C7D5}"/>
          </ac:picMkLst>
        </pc:picChg>
        <pc:picChg chg="del">
          <ac:chgData name="Manish Agrawal" userId="1f6d2647-6235-4a34-bab9-93cff2ec24af" providerId="ADAL" clId="{C687AF16-5786-4043-A4A7-6DA7F14EA444}" dt="2024-11-19T13:41:39.205" v="568" actId="478"/>
          <ac:picMkLst>
            <pc:docMk/>
            <pc:sldMk cId="94999821" sldId="361"/>
            <ac:picMk id="9" creationId="{5199BAFA-EF60-1A59-A762-2A27ECDFE4E2}"/>
          </ac:picMkLst>
        </pc:picChg>
      </pc:sldChg>
      <pc:sldChg chg="addSp delSp modSp add del mod delAnim modAnim">
        <pc:chgData name="Manish Agrawal" userId="1f6d2647-6235-4a34-bab9-93cff2ec24af" providerId="ADAL" clId="{C687AF16-5786-4043-A4A7-6DA7F14EA444}" dt="2024-11-25T07:04:59.143" v="3980" actId="47"/>
        <pc:sldMkLst>
          <pc:docMk/>
          <pc:sldMk cId="3385612427" sldId="362"/>
        </pc:sldMkLst>
        <pc:spChg chg="add del mod">
          <ac:chgData name="Manish Agrawal" userId="1f6d2647-6235-4a34-bab9-93cff2ec24af" providerId="ADAL" clId="{C687AF16-5786-4043-A4A7-6DA7F14EA444}" dt="2024-11-20T07:37:52.501" v="685"/>
          <ac:spMkLst>
            <pc:docMk/>
            <pc:sldMk cId="3385612427" sldId="362"/>
            <ac:spMk id="2" creationId="{8002DE36-E7F9-BCE1-894F-D7A1E896E44B}"/>
          </ac:spMkLst>
        </pc:spChg>
        <pc:spChg chg="mod">
          <ac:chgData name="Manish Agrawal" userId="1f6d2647-6235-4a34-bab9-93cff2ec24af" providerId="ADAL" clId="{C687AF16-5786-4043-A4A7-6DA7F14EA444}" dt="2024-11-20T09:51:03.546" v="2005" actId="1076"/>
          <ac:spMkLst>
            <pc:docMk/>
            <pc:sldMk cId="3385612427" sldId="362"/>
            <ac:spMk id="3" creationId="{2AA93C7C-C228-6C13-D0C7-7450B27711BA}"/>
          </ac:spMkLst>
        </pc:spChg>
        <pc:spChg chg="del mod">
          <ac:chgData name="Manish Agrawal" userId="1f6d2647-6235-4a34-bab9-93cff2ec24af" providerId="ADAL" clId="{C687AF16-5786-4043-A4A7-6DA7F14EA444}" dt="2024-11-20T07:53:32.689" v="1015" actId="12084"/>
          <ac:spMkLst>
            <pc:docMk/>
            <pc:sldMk cId="3385612427" sldId="362"/>
            <ac:spMk id="4" creationId="{E5D5B7DF-0563-84B9-15E5-347A840EA72E}"/>
          </ac:spMkLst>
        </pc:spChg>
        <pc:spChg chg="add del mod">
          <ac:chgData name="Manish Agrawal" userId="1f6d2647-6235-4a34-bab9-93cff2ec24af" providerId="ADAL" clId="{C687AF16-5786-4043-A4A7-6DA7F14EA444}" dt="2024-11-20T09:50:53.751" v="2002" actId="478"/>
          <ac:spMkLst>
            <pc:docMk/>
            <pc:sldMk cId="3385612427" sldId="362"/>
            <ac:spMk id="7" creationId="{EE9A7EBC-E83A-08AC-5287-A5A0775E9C2E}"/>
          </ac:spMkLst>
        </pc:spChg>
        <pc:spChg chg="add mod">
          <ac:chgData name="Manish Agrawal" userId="1f6d2647-6235-4a34-bab9-93cff2ec24af" providerId="ADAL" clId="{C687AF16-5786-4043-A4A7-6DA7F14EA444}" dt="2024-11-20T09:50:36.647" v="1984" actId="1036"/>
          <ac:spMkLst>
            <pc:docMk/>
            <pc:sldMk cId="3385612427" sldId="362"/>
            <ac:spMk id="8" creationId="{0AD64071-F277-FB03-3276-E94351AA4B2A}"/>
          </ac:spMkLst>
        </pc:spChg>
        <pc:spChg chg="add mod">
          <ac:chgData name="Manish Agrawal" userId="1f6d2647-6235-4a34-bab9-93cff2ec24af" providerId="ADAL" clId="{C687AF16-5786-4043-A4A7-6DA7F14EA444}" dt="2024-11-20T09:50:36.647" v="1984" actId="1036"/>
          <ac:spMkLst>
            <pc:docMk/>
            <pc:sldMk cId="3385612427" sldId="362"/>
            <ac:spMk id="9" creationId="{F20E6B01-A1CD-C2C9-C6B8-61D6C77B77BD}"/>
          </ac:spMkLst>
        </pc:spChg>
        <pc:spChg chg="add mod">
          <ac:chgData name="Manish Agrawal" userId="1f6d2647-6235-4a34-bab9-93cff2ec24af" providerId="ADAL" clId="{C687AF16-5786-4043-A4A7-6DA7F14EA444}" dt="2024-11-20T08:02:49.029" v="1222" actId="1076"/>
          <ac:spMkLst>
            <pc:docMk/>
            <pc:sldMk cId="3385612427" sldId="362"/>
            <ac:spMk id="10" creationId="{0F91BC14-77FE-E271-7D78-C076222D3A58}"/>
          </ac:spMkLst>
        </pc:spChg>
        <pc:spChg chg="del">
          <ac:chgData name="Manish Agrawal" userId="1f6d2647-6235-4a34-bab9-93cff2ec24af" providerId="ADAL" clId="{C687AF16-5786-4043-A4A7-6DA7F14EA444}" dt="2024-11-20T07:36:08.563" v="669" actId="478"/>
          <ac:spMkLst>
            <pc:docMk/>
            <pc:sldMk cId="3385612427" sldId="362"/>
            <ac:spMk id="11" creationId="{9EBBA244-A572-BC85-9F86-ECC5EFD80A3E}"/>
          </ac:spMkLst>
        </pc:spChg>
        <pc:spChg chg="add mod">
          <ac:chgData name="Manish Agrawal" userId="1f6d2647-6235-4a34-bab9-93cff2ec24af" providerId="ADAL" clId="{C687AF16-5786-4043-A4A7-6DA7F14EA444}" dt="2024-11-20T08:02:51.462" v="1223" actId="1076"/>
          <ac:spMkLst>
            <pc:docMk/>
            <pc:sldMk cId="3385612427" sldId="362"/>
            <ac:spMk id="12" creationId="{DEE066E3-D9B3-A977-18C0-94567D061EDF}"/>
          </ac:spMkLst>
        </pc:spChg>
        <pc:spChg chg="del">
          <ac:chgData name="Manish Agrawal" userId="1f6d2647-6235-4a34-bab9-93cff2ec24af" providerId="ADAL" clId="{C687AF16-5786-4043-A4A7-6DA7F14EA444}" dt="2024-11-20T07:55:31.779" v="1021" actId="478"/>
          <ac:spMkLst>
            <pc:docMk/>
            <pc:sldMk cId="3385612427" sldId="362"/>
            <ac:spMk id="13" creationId="{1A728F2D-017F-4EAF-92EC-2A7320259C86}"/>
          </ac:spMkLst>
        </pc:spChg>
        <pc:spChg chg="add mod">
          <ac:chgData name="Manish Agrawal" userId="1f6d2647-6235-4a34-bab9-93cff2ec24af" providerId="ADAL" clId="{C687AF16-5786-4043-A4A7-6DA7F14EA444}" dt="2024-11-20T08:03:01.998" v="1225" actId="1076"/>
          <ac:spMkLst>
            <pc:docMk/>
            <pc:sldMk cId="3385612427" sldId="362"/>
            <ac:spMk id="14" creationId="{7A073AB4-43CB-1FB1-2BB1-65882DEF81D2}"/>
          </ac:spMkLst>
        </pc:spChg>
        <pc:spChg chg="add mod">
          <ac:chgData name="Manish Agrawal" userId="1f6d2647-6235-4a34-bab9-93cff2ec24af" providerId="ADAL" clId="{C687AF16-5786-4043-A4A7-6DA7F14EA444}" dt="2024-11-20T09:41:03.037" v="1921" actId="1076"/>
          <ac:spMkLst>
            <pc:docMk/>
            <pc:sldMk cId="3385612427" sldId="362"/>
            <ac:spMk id="15" creationId="{F7A64A63-92A1-AF2C-C98A-4526650BB116}"/>
          </ac:spMkLst>
        </pc:spChg>
        <pc:spChg chg="add mod">
          <ac:chgData name="Manish Agrawal" userId="1f6d2647-6235-4a34-bab9-93cff2ec24af" providerId="ADAL" clId="{C687AF16-5786-4043-A4A7-6DA7F14EA444}" dt="2024-11-20T08:11:43.448" v="1833" actId="1037"/>
          <ac:spMkLst>
            <pc:docMk/>
            <pc:sldMk cId="3385612427" sldId="362"/>
            <ac:spMk id="16" creationId="{818B151F-2207-36EE-7CD7-93D64F5AF627}"/>
          </ac:spMkLst>
        </pc:spChg>
        <pc:spChg chg="add mod">
          <ac:chgData name="Manish Agrawal" userId="1f6d2647-6235-4a34-bab9-93cff2ec24af" providerId="ADAL" clId="{C687AF16-5786-4043-A4A7-6DA7F14EA444}" dt="2024-11-20T08:11:10.952" v="1790" actId="1036"/>
          <ac:spMkLst>
            <pc:docMk/>
            <pc:sldMk cId="3385612427" sldId="362"/>
            <ac:spMk id="17" creationId="{3AD0C86F-8F09-4A45-F209-81F91BD44B45}"/>
          </ac:spMkLst>
        </pc:spChg>
        <pc:spChg chg="add mod">
          <ac:chgData name="Manish Agrawal" userId="1f6d2647-6235-4a34-bab9-93cff2ec24af" providerId="ADAL" clId="{C687AF16-5786-4043-A4A7-6DA7F14EA444}" dt="2024-11-20T09:46:03.615" v="1947" actId="12788"/>
          <ac:spMkLst>
            <pc:docMk/>
            <pc:sldMk cId="3385612427" sldId="362"/>
            <ac:spMk id="18" creationId="{8A2C2985-4344-1CD5-7C62-C1CD29E69BD5}"/>
          </ac:spMkLst>
        </pc:spChg>
        <pc:spChg chg="add mod">
          <ac:chgData name="Manish Agrawal" userId="1f6d2647-6235-4a34-bab9-93cff2ec24af" providerId="ADAL" clId="{C687AF16-5786-4043-A4A7-6DA7F14EA444}" dt="2024-11-20T09:41:25.563" v="1923" actId="1076"/>
          <ac:spMkLst>
            <pc:docMk/>
            <pc:sldMk cId="3385612427" sldId="362"/>
            <ac:spMk id="19" creationId="{1AC7B873-7144-7161-1D0A-4D5A47E54242}"/>
          </ac:spMkLst>
        </pc:spChg>
        <pc:spChg chg="add mod">
          <ac:chgData name="Manish Agrawal" userId="1f6d2647-6235-4a34-bab9-93cff2ec24af" providerId="ADAL" clId="{C687AF16-5786-4043-A4A7-6DA7F14EA444}" dt="2024-11-20T08:00:41.560" v="1172"/>
          <ac:spMkLst>
            <pc:docMk/>
            <pc:sldMk cId="3385612427" sldId="362"/>
            <ac:spMk id="20" creationId="{EE431678-164D-09FD-3BC7-F8500A269D19}"/>
          </ac:spMkLst>
        </pc:spChg>
        <pc:spChg chg="add mod">
          <ac:chgData name="Manish Agrawal" userId="1f6d2647-6235-4a34-bab9-93cff2ec24af" providerId="ADAL" clId="{C687AF16-5786-4043-A4A7-6DA7F14EA444}" dt="2024-11-20T08:14:10.485" v="1905" actId="14100"/>
          <ac:spMkLst>
            <pc:docMk/>
            <pc:sldMk cId="3385612427" sldId="362"/>
            <ac:spMk id="21" creationId="{08BC76DE-3596-C550-0CA8-CFBDC32C1BBC}"/>
          </ac:spMkLst>
        </pc:spChg>
        <pc:spChg chg="add mod">
          <ac:chgData name="Manish Agrawal" userId="1f6d2647-6235-4a34-bab9-93cff2ec24af" providerId="ADAL" clId="{C687AF16-5786-4043-A4A7-6DA7F14EA444}" dt="2024-11-20T08:13:58.998" v="1898" actId="14100"/>
          <ac:spMkLst>
            <pc:docMk/>
            <pc:sldMk cId="3385612427" sldId="362"/>
            <ac:spMk id="22" creationId="{7592B726-4AB7-D0D3-81B8-2F1A1B0969E4}"/>
          </ac:spMkLst>
        </pc:spChg>
        <pc:spChg chg="add mod">
          <ac:chgData name="Manish Agrawal" userId="1f6d2647-6235-4a34-bab9-93cff2ec24af" providerId="ADAL" clId="{C687AF16-5786-4043-A4A7-6DA7F14EA444}" dt="2024-11-20T08:14:16.136" v="1907" actId="20577"/>
          <ac:spMkLst>
            <pc:docMk/>
            <pc:sldMk cId="3385612427" sldId="362"/>
            <ac:spMk id="23" creationId="{08E9867E-6BCF-6AA8-0658-B772C88B4B87}"/>
          </ac:spMkLst>
        </pc:spChg>
        <pc:spChg chg="add del">
          <ac:chgData name="Manish Agrawal" userId="1f6d2647-6235-4a34-bab9-93cff2ec24af" providerId="ADAL" clId="{C687AF16-5786-4043-A4A7-6DA7F14EA444}" dt="2024-11-20T08:05:02.996" v="1242" actId="22"/>
          <ac:spMkLst>
            <pc:docMk/>
            <pc:sldMk cId="3385612427" sldId="362"/>
            <ac:spMk id="33" creationId="{098723CF-314D-A8BF-C240-CDBF78922A77}"/>
          </ac:spMkLst>
        </pc:spChg>
        <pc:spChg chg="add mod">
          <ac:chgData name="Manish Agrawal" userId="1f6d2647-6235-4a34-bab9-93cff2ec24af" providerId="ADAL" clId="{C687AF16-5786-4043-A4A7-6DA7F14EA444}" dt="2024-11-20T10:27:22.563" v="2132" actId="255"/>
          <ac:spMkLst>
            <pc:docMk/>
            <pc:sldMk cId="3385612427" sldId="362"/>
            <ac:spMk id="302" creationId="{AFBE8BD9-FE74-DE55-D08E-234D31FFE4B4}"/>
          </ac:spMkLst>
        </pc:spChg>
        <pc:graphicFrameChg chg="add del mod">
          <ac:chgData name="Manish Agrawal" userId="1f6d2647-6235-4a34-bab9-93cff2ec24af" providerId="ADAL" clId="{C687AF16-5786-4043-A4A7-6DA7F14EA444}" dt="2024-11-20T07:55:34.216" v="1022" actId="478"/>
          <ac:graphicFrameMkLst>
            <pc:docMk/>
            <pc:sldMk cId="3385612427" sldId="362"/>
            <ac:graphicFrameMk id="5" creationId="{B5DE61BA-BC23-0D89-E39B-0CE480701B43}"/>
          </ac:graphicFrameMkLst>
        </pc:graphicFrameChg>
        <pc:picChg chg="del">
          <ac:chgData name="Manish Agrawal" userId="1f6d2647-6235-4a34-bab9-93cff2ec24af" providerId="ADAL" clId="{C687AF16-5786-4043-A4A7-6DA7F14EA444}" dt="2024-11-20T07:36:07.033" v="668" actId="478"/>
          <ac:picMkLst>
            <pc:docMk/>
            <pc:sldMk cId="3385612427" sldId="362"/>
            <ac:picMk id="6" creationId="{1493DF8D-C359-76E0-CC0B-5CCFEE68F2F5}"/>
          </ac:picMkLst>
        </pc:picChg>
        <pc:picChg chg="add del mod">
          <ac:chgData name="Manish Agrawal" userId="1f6d2647-6235-4a34-bab9-93cff2ec24af" providerId="ADAL" clId="{C687AF16-5786-4043-A4A7-6DA7F14EA444}" dt="2024-11-20T09:47:31.620" v="1951" actId="478"/>
          <ac:picMkLst>
            <pc:docMk/>
            <pc:sldMk cId="3385612427" sldId="362"/>
            <ac:picMk id="283" creationId="{8444837D-0BD4-D382-C785-43213ABDD070}"/>
          </ac:picMkLst>
        </pc:picChg>
        <pc:picChg chg="add mod">
          <ac:chgData name="Manish Agrawal" userId="1f6d2647-6235-4a34-bab9-93cff2ec24af" providerId="ADAL" clId="{C687AF16-5786-4043-A4A7-6DA7F14EA444}" dt="2024-11-20T09:47:55.058" v="1954" actId="1076"/>
          <ac:picMkLst>
            <pc:docMk/>
            <pc:sldMk cId="3385612427" sldId="362"/>
            <ac:picMk id="285" creationId="{085BA346-BAE9-7145-4C74-5A5766D26E02}"/>
          </ac:picMkLst>
        </pc:picChg>
        <pc:picChg chg="add mod">
          <ac:chgData name="Manish Agrawal" userId="1f6d2647-6235-4a34-bab9-93cff2ec24af" providerId="ADAL" clId="{C687AF16-5786-4043-A4A7-6DA7F14EA444}" dt="2024-11-20T09:47:46.003" v="1953" actId="1076"/>
          <ac:picMkLst>
            <pc:docMk/>
            <pc:sldMk cId="3385612427" sldId="362"/>
            <ac:picMk id="287" creationId="{DAB27928-3360-D996-501E-8B8802B0D833}"/>
          </ac:picMkLst>
        </pc:picChg>
        <pc:picChg chg="add mod">
          <ac:chgData name="Manish Agrawal" userId="1f6d2647-6235-4a34-bab9-93cff2ec24af" providerId="ADAL" clId="{C687AF16-5786-4043-A4A7-6DA7F14EA444}" dt="2024-11-20T09:47:59.483" v="1955" actId="1076"/>
          <ac:picMkLst>
            <pc:docMk/>
            <pc:sldMk cId="3385612427" sldId="362"/>
            <ac:picMk id="289" creationId="{805ED02B-7A9B-3CAE-70C1-DF23B2C9BAD9}"/>
          </ac:picMkLst>
        </pc:picChg>
        <pc:picChg chg="add mod">
          <ac:chgData name="Manish Agrawal" userId="1f6d2647-6235-4a34-bab9-93cff2ec24af" providerId="ADAL" clId="{C687AF16-5786-4043-A4A7-6DA7F14EA444}" dt="2024-11-20T09:44:57.274" v="1939" actId="1076"/>
          <ac:picMkLst>
            <pc:docMk/>
            <pc:sldMk cId="3385612427" sldId="362"/>
            <ac:picMk id="291" creationId="{F4D3DAA5-22E1-6F64-6E57-755D8EFA0203}"/>
          </ac:picMkLst>
        </pc:picChg>
        <pc:picChg chg="add mod">
          <ac:chgData name="Manish Agrawal" userId="1f6d2647-6235-4a34-bab9-93cff2ec24af" providerId="ADAL" clId="{C687AF16-5786-4043-A4A7-6DA7F14EA444}" dt="2024-11-20T09:51:45.251" v="2013" actId="14100"/>
          <ac:picMkLst>
            <pc:docMk/>
            <pc:sldMk cId="3385612427" sldId="362"/>
            <ac:picMk id="293" creationId="{06BE185C-9E28-56E0-FF31-3A0B15DCF294}"/>
          </ac:picMkLst>
        </pc:picChg>
        <pc:picChg chg="add mod">
          <ac:chgData name="Manish Agrawal" userId="1f6d2647-6235-4a34-bab9-93cff2ec24af" providerId="ADAL" clId="{C687AF16-5786-4043-A4A7-6DA7F14EA444}" dt="2024-11-20T09:51:35.546" v="2012" actId="1076"/>
          <ac:picMkLst>
            <pc:docMk/>
            <pc:sldMk cId="3385612427" sldId="362"/>
            <ac:picMk id="295" creationId="{3790CB02-8400-72B9-610F-333291D2A5F7}"/>
          </ac:picMkLst>
        </pc:picChg>
        <pc:cxnChg chg="add del">
          <ac:chgData name="Manish Agrawal" userId="1f6d2647-6235-4a34-bab9-93cff2ec24af" providerId="ADAL" clId="{C687AF16-5786-4043-A4A7-6DA7F14EA444}" dt="2024-11-20T08:04:03.860" v="1236" actId="11529"/>
          <ac:cxnSpMkLst>
            <pc:docMk/>
            <pc:sldMk cId="3385612427" sldId="362"/>
            <ac:cxnSpMk id="25" creationId="{5214BDCD-A2D9-C8E2-4E18-7CEC6048D8EF}"/>
          </ac:cxnSpMkLst>
        </pc:cxnChg>
        <pc:cxnChg chg="add del">
          <ac:chgData name="Manish Agrawal" userId="1f6d2647-6235-4a34-bab9-93cff2ec24af" providerId="ADAL" clId="{C687AF16-5786-4043-A4A7-6DA7F14EA444}" dt="2024-11-20T08:04:26.650" v="1238" actId="11529"/>
          <ac:cxnSpMkLst>
            <pc:docMk/>
            <pc:sldMk cId="3385612427" sldId="362"/>
            <ac:cxnSpMk id="27" creationId="{C863E56C-0EBE-8B12-4E7A-A6A0CFADB9A6}"/>
          </ac:cxnSpMkLst>
        </pc:cxnChg>
        <pc:cxnChg chg="add del mod">
          <ac:chgData name="Manish Agrawal" userId="1f6d2647-6235-4a34-bab9-93cff2ec24af" providerId="ADAL" clId="{C687AF16-5786-4043-A4A7-6DA7F14EA444}" dt="2024-11-20T09:50:55.019" v="2003" actId="478"/>
          <ac:cxnSpMkLst>
            <pc:docMk/>
            <pc:sldMk cId="3385612427" sldId="362"/>
            <ac:cxnSpMk id="29" creationId="{74D057C5-46B8-6FB6-5D0A-55C711E314DA}"/>
          </ac:cxnSpMkLst>
        </pc:cxnChg>
        <pc:cxnChg chg="add mod">
          <ac:chgData name="Manish Agrawal" userId="1f6d2647-6235-4a34-bab9-93cff2ec24af" providerId="ADAL" clId="{C687AF16-5786-4043-A4A7-6DA7F14EA444}" dt="2024-11-20T09:50:44.957" v="2000" actId="1036"/>
          <ac:cxnSpMkLst>
            <pc:docMk/>
            <pc:sldMk cId="3385612427" sldId="362"/>
            <ac:cxnSpMk id="31" creationId="{20CA9D22-B501-C798-9D33-DC8335A17C5A}"/>
          </ac:cxnSpMkLst>
        </pc:cxnChg>
        <pc:cxnChg chg="add del">
          <ac:chgData name="Manish Agrawal" userId="1f6d2647-6235-4a34-bab9-93cff2ec24af" providerId="ADAL" clId="{C687AF16-5786-4043-A4A7-6DA7F14EA444}" dt="2024-11-20T08:05:05.065" v="1244" actId="11529"/>
          <ac:cxnSpMkLst>
            <pc:docMk/>
            <pc:sldMk cId="3385612427" sldId="362"/>
            <ac:cxnSpMk id="35" creationId="{981FF3C5-6F47-621D-4177-3CDB385EE619}"/>
          </ac:cxnSpMkLst>
        </pc:cxnChg>
        <pc:cxnChg chg="add mod">
          <ac:chgData name="Manish Agrawal" userId="1f6d2647-6235-4a34-bab9-93cff2ec24af" providerId="ADAL" clId="{C687AF16-5786-4043-A4A7-6DA7F14EA444}" dt="2024-11-25T06:58:57.849" v="3952" actId="1035"/>
          <ac:cxnSpMkLst>
            <pc:docMk/>
            <pc:sldMk cId="3385612427" sldId="362"/>
            <ac:cxnSpMk id="37" creationId="{75A729D0-4F17-A348-6ACC-280317467F7D}"/>
          </ac:cxnSpMkLst>
        </pc:cxnChg>
        <pc:cxnChg chg="add mod">
          <ac:chgData name="Manish Agrawal" userId="1f6d2647-6235-4a34-bab9-93cff2ec24af" providerId="ADAL" clId="{C687AF16-5786-4043-A4A7-6DA7F14EA444}" dt="2024-11-25T06:59:05.738" v="3956" actId="1035"/>
          <ac:cxnSpMkLst>
            <pc:docMk/>
            <pc:sldMk cId="3385612427" sldId="362"/>
            <ac:cxnSpMk id="38" creationId="{E3102B9D-4011-A319-B3D4-2A742A107072}"/>
          </ac:cxnSpMkLst>
        </pc:cxnChg>
        <pc:cxnChg chg="add mod">
          <ac:chgData name="Manish Agrawal" userId="1f6d2647-6235-4a34-bab9-93cff2ec24af" providerId="ADAL" clId="{C687AF16-5786-4043-A4A7-6DA7F14EA444}" dt="2024-11-20T08:06:26.830" v="1338" actId="1076"/>
          <ac:cxnSpMkLst>
            <pc:docMk/>
            <pc:sldMk cId="3385612427" sldId="362"/>
            <ac:cxnSpMk id="39" creationId="{D5CCD834-3F5F-AB90-1B53-8D9EE853B236}"/>
          </ac:cxnSpMkLst>
        </pc:cxnChg>
        <pc:cxnChg chg="add mod">
          <ac:chgData name="Manish Agrawal" userId="1f6d2647-6235-4a34-bab9-93cff2ec24af" providerId="ADAL" clId="{C687AF16-5786-4043-A4A7-6DA7F14EA444}" dt="2024-11-20T08:06:45.968" v="1404" actId="1035"/>
          <ac:cxnSpMkLst>
            <pc:docMk/>
            <pc:sldMk cId="3385612427" sldId="362"/>
            <ac:cxnSpMk id="41" creationId="{568F55AB-0351-602B-AF8E-5283E1258DEA}"/>
          </ac:cxnSpMkLst>
        </pc:cxnChg>
        <pc:cxnChg chg="add mod">
          <ac:chgData name="Manish Agrawal" userId="1f6d2647-6235-4a34-bab9-93cff2ec24af" providerId="ADAL" clId="{C687AF16-5786-4043-A4A7-6DA7F14EA444}" dt="2024-11-20T08:07:05.189" v="1466" actId="1035"/>
          <ac:cxnSpMkLst>
            <pc:docMk/>
            <pc:sldMk cId="3385612427" sldId="362"/>
            <ac:cxnSpMk id="42" creationId="{0CC220BD-9FAF-168F-5649-6595C614EAF6}"/>
          </ac:cxnSpMkLst>
        </pc:cxnChg>
        <pc:cxnChg chg="add mod">
          <ac:chgData name="Manish Agrawal" userId="1f6d2647-6235-4a34-bab9-93cff2ec24af" providerId="ADAL" clId="{C687AF16-5786-4043-A4A7-6DA7F14EA444}" dt="2024-11-20T08:07:15.482" v="1474" actId="1038"/>
          <ac:cxnSpMkLst>
            <pc:docMk/>
            <pc:sldMk cId="3385612427" sldId="362"/>
            <ac:cxnSpMk id="43" creationId="{29CF2C8A-DD5E-9672-6766-6BB19E989267}"/>
          </ac:cxnSpMkLst>
        </pc:cxnChg>
        <pc:cxnChg chg="add mod">
          <ac:chgData name="Manish Agrawal" userId="1f6d2647-6235-4a34-bab9-93cff2ec24af" providerId="ADAL" clId="{C687AF16-5786-4043-A4A7-6DA7F14EA444}" dt="2024-11-20T09:50:09.838" v="1961" actId="14100"/>
          <ac:cxnSpMkLst>
            <pc:docMk/>
            <pc:sldMk cId="3385612427" sldId="362"/>
            <ac:cxnSpMk id="44" creationId="{8474F8DC-7ED5-7309-C63E-A9E495F404A5}"/>
          </ac:cxnSpMkLst>
        </pc:cxnChg>
        <pc:cxnChg chg="add mod">
          <ac:chgData name="Manish Agrawal" userId="1f6d2647-6235-4a34-bab9-93cff2ec24af" providerId="ADAL" clId="{C687AF16-5786-4043-A4A7-6DA7F14EA444}" dt="2024-11-20T08:11:55.973" v="1835" actId="14100"/>
          <ac:cxnSpMkLst>
            <pc:docMk/>
            <pc:sldMk cId="3385612427" sldId="362"/>
            <ac:cxnSpMk id="46" creationId="{9DBAA100-3DB3-7AA7-F3D2-86CA747F0CBE}"/>
          </ac:cxnSpMkLst>
        </pc:cxnChg>
        <pc:cxnChg chg="add mod">
          <ac:chgData name="Manish Agrawal" userId="1f6d2647-6235-4a34-bab9-93cff2ec24af" providerId="ADAL" clId="{C687AF16-5786-4043-A4A7-6DA7F14EA444}" dt="2024-11-20T09:41:02.191" v="1920" actId="14100"/>
          <ac:cxnSpMkLst>
            <pc:docMk/>
            <pc:sldMk cId="3385612427" sldId="362"/>
            <ac:cxnSpMk id="47" creationId="{FD91B8D5-37AC-B772-B4D0-BD2CDD2FDC6F}"/>
          </ac:cxnSpMkLst>
        </pc:cxnChg>
        <pc:cxnChg chg="add mod">
          <ac:chgData name="Manish Agrawal" userId="1f6d2647-6235-4a34-bab9-93cff2ec24af" providerId="ADAL" clId="{C687AF16-5786-4043-A4A7-6DA7F14EA444}" dt="2024-11-20T08:12:00.053" v="1836" actId="1076"/>
          <ac:cxnSpMkLst>
            <pc:docMk/>
            <pc:sldMk cId="3385612427" sldId="362"/>
            <ac:cxnSpMk id="48" creationId="{595232B0-E5AB-E1AC-ACCD-DE29911F5294}"/>
          </ac:cxnSpMkLst>
        </pc:cxnChg>
        <pc:cxnChg chg="add mod">
          <ac:chgData name="Manish Agrawal" userId="1f6d2647-6235-4a34-bab9-93cff2ec24af" providerId="ADAL" clId="{C687AF16-5786-4043-A4A7-6DA7F14EA444}" dt="2024-11-20T09:50:20.874" v="1964" actId="14100"/>
          <ac:cxnSpMkLst>
            <pc:docMk/>
            <pc:sldMk cId="3385612427" sldId="362"/>
            <ac:cxnSpMk id="49" creationId="{78C967E0-CFCE-4F1D-DF8D-7022853AF262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1" creationId="{430FDA5E-822F-0818-FDFD-52ABC85EE0E5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2" creationId="{6D5DD878-2B63-7E06-554F-6199C407AB68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3" creationId="{6903F24E-B145-7705-92E7-2C69996D07A8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4" creationId="{CB204A1F-1F52-208F-F2F0-3660837F45B8}"/>
          </ac:cxnSpMkLst>
        </pc:cxnChg>
        <pc:cxnChg chg="add mod">
          <ac:chgData name="Manish Agrawal" userId="1f6d2647-6235-4a34-bab9-93cff2ec24af" providerId="ADAL" clId="{C687AF16-5786-4043-A4A7-6DA7F14EA444}" dt="2024-11-20T08:10:01.829" v="1713" actId="14100"/>
          <ac:cxnSpMkLst>
            <pc:docMk/>
            <pc:sldMk cId="3385612427" sldId="362"/>
            <ac:cxnSpMk id="55" creationId="{DA96D3F1-C964-9537-E637-8BA9D660D9C0}"/>
          </ac:cxnSpMkLst>
        </pc:cxnChg>
        <pc:cxnChg chg="add del mod">
          <ac:chgData name="Manish Agrawal" userId="1f6d2647-6235-4a34-bab9-93cff2ec24af" providerId="ADAL" clId="{C687AF16-5786-4043-A4A7-6DA7F14EA444}" dt="2024-11-20T08:09:41.254" v="1711" actId="478"/>
          <ac:cxnSpMkLst>
            <pc:docMk/>
            <pc:sldMk cId="3385612427" sldId="362"/>
            <ac:cxnSpMk id="57" creationId="{933FF295-AC41-740F-BFD7-0FF962BFA7A9}"/>
          </ac:cxnSpMkLst>
        </pc:cxnChg>
        <pc:cxnChg chg="add mod">
          <ac:chgData name="Manish Agrawal" userId="1f6d2647-6235-4a34-bab9-93cff2ec24af" providerId="ADAL" clId="{C687AF16-5786-4043-A4A7-6DA7F14EA444}" dt="2024-11-25T06:59:47.594" v="3970" actId="1035"/>
          <ac:cxnSpMkLst>
            <pc:docMk/>
            <pc:sldMk cId="3385612427" sldId="362"/>
            <ac:cxnSpMk id="63" creationId="{2D8EDFBC-C807-1D82-FDDB-B9B35F0E2389}"/>
          </ac:cxnSpMkLst>
        </pc:cxnChg>
        <pc:cxnChg chg="add mod">
          <ac:chgData name="Manish Agrawal" userId="1f6d2647-6235-4a34-bab9-93cff2ec24af" providerId="ADAL" clId="{C687AF16-5786-4043-A4A7-6DA7F14EA444}" dt="2024-11-20T08:11:01.213" v="1775" actId="1076"/>
          <ac:cxnSpMkLst>
            <pc:docMk/>
            <pc:sldMk cId="3385612427" sldId="362"/>
            <ac:cxnSpMk id="260" creationId="{ED9A51C0-448D-1C2E-EE61-E3AE1B25A6B6}"/>
          </ac:cxnSpMkLst>
        </pc:cxnChg>
        <pc:cxnChg chg="add mod">
          <ac:chgData name="Manish Agrawal" userId="1f6d2647-6235-4a34-bab9-93cff2ec24af" providerId="ADAL" clId="{C687AF16-5786-4043-A4A7-6DA7F14EA444}" dt="2024-11-25T06:59:26.617" v="3968" actId="1038"/>
          <ac:cxnSpMkLst>
            <pc:docMk/>
            <pc:sldMk cId="3385612427" sldId="362"/>
            <ac:cxnSpMk id="261" creationId="{DCF3CBED-6651-320B-772E-2E77436192E7}"/>
          </ac:cxnSpMkLst>
        </pc:cxnChg>
        <pc:cxnChg chg="add mod">
          <ac:chgData name="Manish Agrawal" userId="1f6d2647-6235-4a34-bab9-93cff2ec24af" providerId="ADAL" clId="{C687AF16-5786-4043-A4A7-6DA7F14EA444}" dt="2024-11-20T08:12:29.210" v="1869" actId="14100"/>
          <ac:cxnSpMkLst>
            <pc:docMk/>
            <pc:sldMk cId="3385612427" sldId="362"/>
            <ac:cxnSpMk id="263" creationId="{B2E2086B-C3C6-EBAC-FDA1-C3649EB7E508}"/>
          </ac:cxnSpMkLst>
        </pc:cxnChg>
        <pc:cxnChg chg="add mod">
          <ac:chgData name="Manish Agrawal" userId="1f6d2647-6235-4a34-bab9-93cff2ec24af" providerId="ADAL" clId="{C687AF16-5786-4043-A4A7-6DA7F14EA444}" dt="2024-11-25T06:59:12.994" v="3963" actId="1038"/>
          <ac:cxnSpMkLst>
            <pc:docMk/>
            <pc:sldMk cId="3385612427" sldId="362"/>
            <ac:cxnSpMk id="266" creationId="{6EC56D4A-3BEE-D642-9D56-FCA6BA37BD0B}"/>
          </ac:cxnSpMkLst>
        </pc:cxnChg>
        <pc:cxnChg chg="add mod">
          <ac:chgData name="Manish Agrawal" userId="1f6d2647-6235-4a34-bab9-93cff2ec24af" providerId="ADAL" clId="{C687AF16-5786-4043-A4A7-6DA7F14EA444}" dt="2024-11-20T09:41:20.363" v="1922" actId="14100"/>
          <ac:cxnSpMkLst>
            <pc:docMk/>
            <pc:sldMk cId="3385612427" sldId="362"/>
            <ac:cxnSpMk id="268" creationId="{27FA3C01-0A7C-3A28-3EB4-3AE3149124A6}"/>
          </ac:cxnSpMkLst>
        </pc:cxnChg>
        <pc:cxnChg chg="add mod">
          <ac:chgData name="Manish Agrawal" userId="1f6d2647-6235-4a34-bab9-93cff2ec24af" providerId="ADAL" clId="{C687AF16-5786-4043-A4A7-6DA7F14EA444}" dt="2024-11-20T08:13:27.973" v="1886" actId="1076"/>
          <ac:cxnSpMkLst>
            <pc:docMk/>
            <pc:sldMk cId="3385612427" sldId="362"/>
            <ac:cxnSpMk id="272" creationId="{5993B3A5-782F-29D9-6926-FC99AD460EDF}"/>
          </ac:cxnSpMkLst>
        </pc:cxnChg>
        <pc:cxnChg chg="add mod">
          <ac:chgData name="Manish Agrawal" userId="1f6d2647-6235-4a34-bab9-93cff2ec24af" providerId="ADAL" clId="{C687AF16-5786-4043-A4A7-6DA7F14EA444}" dt="2024-11-25T06:59:21.729" v="3965" actId="1037"/>
          <ac:cxnSpMkLst>
            <pc:docMk/>
            <pc:sldMk cId="3385612427" sldId="362"/>
            <ac:cxnSpMk id="275" creationId="{2675F072-B09E-3414-3346-1CB5C98FED3B}"/>
          </ac:cxnSpMkLst>
        </pc:cxnChg>
        <pc:cxnChg chg="add mod">
          <ac:chgData name="Manish Agrawal" userId="1f6d2647-6235-4a34-bab9-93cff2ec24af" providerId="ADAL" clId="{C687AF16-5786-4043-A4A7-6DA7F14EA444}" dt="2024-11-20T08:13:47.464" v="1896" actId="1036"/>
          <ac:cxnSpMkLst>
            <pc:docMk/>
            <pc:sldMk cId="3385612427" sldId="362"/>
            <ac:cxnSpMk id="276" creationId="{A979AD48-E1E9-7976-B36A-66F5538E5766}"/>
          </ac:cxnSpMkLst>
        </pc:cxnChg>
        <pc:cxnChg chg="add mod">
          <ac:chgData name="Manish Agrawal" userId="1f6d2647-6235-4a34-bab9-93cff2ec24af" providerId="ADAL" clId="{C687AF16-5786-4043-A4A7-6DA7F14EA444}" dt="2024-11-20T10:26:48.084" v="2130" actId="14100"/>
          <ac:cxnSpMkLst>
            <pc:docMk/>
            <pc:sldMk cId="3385612427" sldId="362"/>
            <ac:cxnSpMk id="300" creationId="{3FDA14C3-234C-1778-D3E7-3F10D33A0597}"/>
          </ac:cxnSpMkLst>
        </pc:cxnChg>
      </pc:sldChg>
      <pc:sldChg chg="add del">
        <pc:chgData name="Manish Agrawal" userId="1f6d2647-6235-4a34-bab9-93cff2ec24af" providerId="ADAL" clId="{C687AF16-5786-4043-A4A7-6DA7F14EA444}" dt="2024-11-20T12:25:50.030" v="3045" actId="47"/>
        <pc:sldMkLst>
          <pc:docMk/>
          <pc:sldMk cId="26920456" sldId="363"/>
        </pc:sldMkLst>
      </pc:sldChg>
      <pc:sldChg chg="add del">
        <pc:chgData name="Manish Agrawal" userId="1f6d2647-6235-4a34-bab9-93cff2ec24af" providerId="ADAL" clId="{C687AF16-5786-4043-A4A7-6DA7F14EA444}" dt="2024-11-20T10:35:33.365" v="2184" actId="47"/>
        <pc:sldMkLst>
          <pc:docMk/>
          <pc:sldMk cId="2115218692" sldId="363"/>
        </pc:sldMkLst>
      </pc:sldChg>
      <pc:sldChg chg="add del">
        <pc:chgData name="Manish Agrawal" userId="1f6d2647-6235-4a34-bab9-93cff2ec24af" providerId="ADAL" clId="{C687AF16-5786-4043-A4A7-6DA7F14EA444}" dt="2024-11-20T09:51:53.642" v="2014" actId="47"/>
        <pc:sldMkLst>
          <pc:docMk/>
          <pc:sldMk cId="2650984159" sldId="363"/>
        </pc:sldMkLst>
      </pc:sldChg>
      <pc:sldChg chg="delSp add del mod">
        <pc:chgData name="Manish Agrawal" userId="1f6d2647-6235-4a34-bab9-93cff2ec24af" providerId="ADAL" clId="{C687AF16-5786-4043-A4A7-6DA7F14EA444}" dt="2024-11-20T10:14:25.320" v="2103" actId="47"/>
        <pc:sldMkLst>
          <pc:docMk/>
          <pc:sldMk cId="3811552608" sldId="363"/>
        </pc:sldMkLst>
        <pc:picChg chg="del">
          <ac:chgData name="Manish Agrawal" userId="1f6d2647-6235-4a34-bab9-93cff2ec24af" providerId="ADAL" clId="{C687AF16-5786-4043-A4A7-6DA7F14EA444}" dt="2024-11-20T10:14:22.730" v="2102" actId="478"/>
          <ac:picMkLst>
            <pc:docMk/>
            <pc:sldMk cId="3811552608" sldId="363"/>
            <ac:picMk id="8" creationId="{67BAF7EC-A2EE-F069-F738-4079DE3EAB8E}"/>
          </ac:picMkLst>
        </pc:picChg>
        <pc:picChg chg="del">
          <ac:chgData name="Manish Agrawal" userId="1f6d2647-6235-4a34-bab9-93cff2ec24af" providerId="ADAL" clId="{C687AF16-5786-4043-A4A7-6DA7F14EA444}" dt="2024-11-20T10:14:22.154" v="2101" actId="478"/>
          <ac:picMkLst>
            <pc:docMk/>
            <pc:sldMk cId="3811552608" sldId="363"/>
            <ac:picMk id="9" creationId="{55E7C23C-F57E-742C-D858-63C51C0C691A}"/>
          </ac:picMkLst>
        </pc:picChg>
      </pc:sldChg>
      <pc:sldChg chg="add del">
        <pc:chgData name="Manish Agrawal" userId="1f6d2647-6235-4a34-bab9-93cff2ec24af" providerId="ADAL" clId="{C687AF16-5786-4043-A4A7-6DA7F14EA444}" dt="2024-11-20T12:09:56.666" v="2897" actId="47"/>
        <pc:sldMkLst>
          <pc:docMk/>
          <pc:sldMk cId="1107226347" sldId="364"/>
        </pc:sldMkLst>
      </pc:sldChg>
      <pc:sldChg chg="addSp delSp modSp add del mod">
        <pc:chgData name="Manish Agrawal" userId="1f6d2647-6235-4a34-bab9-93cff2ec24af" providerId="ADAL" clId="{C687AF16-5786-4043-A4A7-6DA7F14EA444}" dt="2024-11-25T07:05:00.326" v="3984" actId="47"/>
        <pc:sldMkLst>
          <pc:docMk/>
          <pc:sldMk cId="2067239765" sldId="364"/>
        </pc:sldMkLst>
        <pc:spChg chg="add mod">
          <ac:chgData name="Manish Agrawal" userId="1f6d2647-6235-4a34-bab9-93cff2ec24af" providerId="ADAL" clId="{C687AF16-5786-4043-A4A7-6DA7F14EA444}" dt="2024-11-25T06:57:15.205" v="3949" actId="20577"/>
          <ac:spMkLst>
            <pc:docMk/>
            <pc:sldMk cId="2067239765" sldId="364"/>
            <ac:spMk id="4" creationId="{E3A083A8-3537-2A60-2295-0F7037EA95AD}"/>
          </ac:spMkLst>
        </pc:spChg>
        <pc:spChg chg="del">
          <ac:chgData name="Manish Agrawal" userId="1f6d2647-6235-4a34-bab9-93cff2ec24af" providerId="ADAL" clId="{C687AF16-5786-4043-A4A7-6DA7F14EA444}" dt="2024-11-20T12:11:28.602" v="2911" actId="478"/>
          <ac:spMkLst>
            <pc:docMk/>
            <pc:sldMk cId="2067239765" sldId="364"/>
            <ac:spMk id="6" creationId="{C442239A-5C0A-FA6D-CA5D-1EB074C7253F}"/>
          </ac:spMkLst>
        </pc:spChg>
        <pc:spChg chg="del">
          <ac:chgData name="Manish Agrawal" userId="1f6d2647-6235-4a34-bab9-93cff2ec24af" providerId="ADAL" clId="{C687AF16-5786-4043-A4A7-6DA7F14EA444}" dt="2024-11-20T12:11:37.191" v="2918" actId="478"/>
          <ac:spMkLst>
            <pc:docMk/>
            <pc:sldMk cId="2067239765" sldId="364"/>
            <ac:spMk id="7" creationId="{B48198ED-7EE8-C1B3-050F-A53FA4CB7C5D}"/>
          </ac:spMkLst>
        </pc:spChg>
        <pc:spChg chg="del mod">
          <ac:chgData name="Manish Agrawal" userId="1f6d2647-6235-4a34-bab9-93cff2ec24af" providerId="ADAL" clId="{C687AF16-5786-4043-A4A7-6DA7F14EA444}" dt="2024-11-20T12:11:35.427" v="2917" actId="478"/>
          <ac:spMkLst>
            <pc:docMk/>
            <pc:sldMk cId="2067239765" sldId="364"/>
            <ac:spMk id="12" creationId="{D695FD6E-FFA0-34D5-3583-29EB509420B2}"/>
          </ac:spMkLst>
        </pc:spChg>
        <pc:spChg chg="del mod">
          <ac:chgData name="Manish Agrawal" userId="1f6d2647-6235-4a34-bab9-93cff2ec24af" providerId="ADAL" clId="{C687AF16-5786-4043-A4A7-6DA7F14EA444}" dt="2024-11-20T12:11:44.857" v="2925" actId="478"/>
          <ac:spMkLst>
            <pc:docMk/>
            <pc:sldMk cId="2067239765" sldId="364"/>
            <ac:spMk id="13" creationId="{C48D2120-6058-1905-F8B9-21E55BEFECFB}"/>
          </ac:spMkLst>
        </pc:spChg>
        <pc:spChg chg="del">
          <ac:chgData name="Manish Agrawal" userId="1f6d2647-6235-4a34-bab9-93cff2ec24af" providerId="ADAL" clId="{C687AF16-5786-4043-A4A7-6DA7F14EA444}" dt="2024-11-20T12:11:43.643" v="2924" actId="478"/>
          <ac:spMkLst>
            <pc:docMk/>
            <pc:sldMk cId="2067239765" sldId="364"/>
            <ac:spMk id="14" creationId="{629F48F6-25D8-41EC-7548-4564B7E1E975}"/>
          </ac:spMkLst>
        </pc:spChg>
        <pc:spChg chg="del">
          <ac:chgData name="Manish Agrawal" userId="1f6d2647-6235-4a34-bab9-93cff2ec24af" providerId="ADAL" clId="{C687AF16-5786-4043-A4A7-6DA7F14EA444}" dt="2024-11-20T12:11:48.346" v="2928" actId="478"/>
          <ac:spMkLst>
            <pc:docMk/>
            <pc:sldMk cId="2067239765" sldId="364"/>
            <ac:spMk id="15" creationId="{25880190-A6A5-AF1D-588A-F19C00B23C42}"/>
          </ac:spMkLst>
        </pc:spChg>
        <pc:spChg chg="del mod">
          <ac:chgData name="Manish Agrawal" userId="1f6d2647-6235-4a34-bab9-93cff2ec24af" providerId="ADAL" clId="{C687AF16-5786-4043-A4A7-6DA7F14EA444}" dt="2024-11-20T12:11:52.786" v="2933" actId="478"/>
          <ac:spMkLst>
            <pc:docMk/>
            <pc:sldMk cId="2067239765" sldId="364"/>
            <ac:spMk id="16" creationId="{D881FBAF-9F4F-3E7C-47EF-E87BDECDAEA0}"/>
          </ac:spMkLst>
        </pc:spChg>
        <pc:spChg chg="mod">
          <ac:chgData name="Manish Agrawal" userId="1f6d2647-6235-4a34-bab9-93cff2ec24af" providerId="ADAL" clId="{C687AF16-5786-4043-A4A7-6DA7F14EA444}" dt="2024-11-20T12:12:09.245" v="2942" actId="14100"/>
          <ac:spMkLst>
            <pc:docMk/>
            <pc:sldMk cId="2067239765" sldId="364"/>
            <ac:spMk id="263" creationId="{486EEC81-2B66-55BC-6D90-60D0A04DAD5E}"/>
          </ac:spMkLst>
        </pc:spChg>
        <pc:graphicFrameChg chg="add mod modGraphic">
          <ac:chgData name="Manish Agrawal" userId="1f6d2647-6235-4a34-bab9-93cff2ec24af" providerId="ADAL" clId="{C687AF16-5786-4043-A4A7-6DA7F14EA444}" dt="2024-11-20T12:24:14.925" v="3030" actId="1076"/>
          <ac:graphicFrameMkLst>
            <pc:docMk/>
            <pc:sldMk cId="2067239765" sldId="364"/>
            <ac:graphicFrameMk id="2" creationId="{431BFCA7-005E-76F0-F5CB-BA6EE78C25C2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2:25:21.114" v="3041" actId="1076"/>
          <ac:graphicFrameMkLst>
            <pc:docMk/>
            <pc:sldMk cId="2067239765" sldId="364"/>
            <ac:graphicFrameMk id="5" creationId="{2DA992CC-9176-884A-25EF-0B1289C7B262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2.153" v="2939" actId="478"/>
          <ac:graphicFrameMkLst>
            <pc:docMk/>
            <pc:sldMk cId="2067239765" sldId="364"/>
            <ac:graphicFrameMk id="17" creationId="{30810E7A-46E1-74A0-8D1C-B02C18AB9ADC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3.788" v="2940" actId="478"/>
          <ac:graphicFrameMkLst>
            <pc:docMk/>
            <pc:sldMk cId="2067239765" sldId="364"/>
            <ac:graphicFrameMk id="20" creationId="{184B481C-83FF-2EE6-879D-021CBC5BDCAC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0.228" v="2938" actId="478"/>
          <ac:graphicFrameMkLst>
            <pc:docMk/>
            <pc:sldMk cId="2067239765" sldId="364"/>
            <ac:graphicFrameMk id="21" creationId="{143FB03F-EAB4-B09B-21CC-614442A7B256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1:58.802" v="2937" actId="478"/>
          <ac:graphicFrameMkLst>
            <pc:docMk/>
            <pc:sldMk cId="2067239765" sldId="364"/>
            <ac:graphicFrameMk id="22" creationId="{035F3587-C61A-4B92-B1A5-170F772B383F}"/>
          </ac:graphicFrameMkLst>
        </pc:graphicFrameChg>
        <pc:cxnChg chg="del">
          <ac:chgData name="Manish Agrawal" userId="1f6d2647-6235-4a34-bab9-93cff2ec24af" providerId="ADAL" clId="{C687AF16-5786-4043-A4A7-6DA7F14EA444}" dt="2024-11-20T12:11:39.136" v="2920" actId="478"/>
          <ac:cxnSpMkLst>
            <pc:docMk/>
            <pc:sldMk cId="2067239765" sldId="364"/>
            <ac:cxnSpMk id="24" creationId="{CC40AC5F-36C9-FA52-0055-29765DC0472B}"/>
          </ac:cxnSpMkLst>
        </pc:cxnChg>
        <pc:cxnChg chg="del">
          <ac:chgData name="Manish Agrawal" userId="1f6d2647-6235-4a34-bab9-93cff2ec24af" providerId="ADAL" clId="{C687AF16-5786-4043-A4A7-6DA7F14EA444}" dt="2024-11-20T12:11:40.422" v="2921" actId="478"/>
          <ac:cxnSpMkLst>
            <pc:docMk/>
            <pc:sldMk cId="2067239765" sldId="364"/>
            <ac:cxnSpMk id="26" creationId="{748A27D6-1C82-8672-E94F-74C8F7A4A40B}"/>
          </ac:cxnSpMkLst>
        </pc:cxnChg>
        <pc:cxnChg chg="del">
          <ac:chgData name="Manish Agrawal" userId="1f6d2647-6235-4a34-bab9-93cff2ec24af" providerId="ADAL" clId="{C687AF16-5786-4043-A4A7-6DA7F14EA444}" dt="2024-11-20T12:11:41.963" v="2922" actId="478"/>
          <ac:cxnSpMkLst>
            <pc:docMk/>
            <pc:sldMk cId="2067239765" sldId="364"/>
            <ac:cxnSpMk id="27" creationId="{912E18A5-45E3-9B65-8B61-2768D5E5779B}"/>
          </ac:cxnSpMkLst>
        </pc:cxnChg>
        <pc:cxnChg chg="del">
          <ac:chgData name="Manish Agrawal" userId="1f6d2647-6235-4a34-bab9-93cff2ec24af" providerId="ADAL" clId="{C687AF16-5786-4043-A4A7-6DA7F14EA444}" dt="2024-11-20T12:11:50.169" v="2930" actId="478"/>
          <ac:cxnSpMkLst>
            <pc:docMk/>
            <pc:sldMk cId="2067239765" sldId="364"/>
            <ac:cxnSpMk id="28" creationId="{17AB1165-0DF9-BD56-B6D4-76115B8FC860}"/>
          </ac:cxnSpMkLst>
        </pc:cxnChg>
        <pc:cxnChg chg="del">
          <ac:chgData name="Manish Agrawal" userId="1f6d2647-6235-4a34-bab9-93cff2ec24af" providerId="ADAL" clId="{C687AF16-5786-4043-A4A7-6DA7F14EA444}" dt="2024-11-20T12:11:49.580" v="2929" actId="478"/>
          <ac:cxnSpMkLst>
            <pc:docMk/>
            <pc:sldMk cId="2067239765" sldId="364"/>
            <ac:cxnSpMk id="29" creationId="{415095F5-27F0-6DAB-1E3A-187761DB9311}"/>
          </ac:cxnSpMkLst>
        </pc:cxnChg>
        <pc:cxnChg chg="del">
          <ac:chgData name="Manish Agrawal" userId="1f6d2647-6235-4a34-bab9-93cff2ec24af" providerId="ADAL" clId="{C687AF16-5786-4043-A4A7-6DA7F14EA444}" dt="2024-11-20T12:11:51.993" v="2932" actId="478"/>
          <ac:cxnSpMkLst>
            <pc:docMk/>
            <pc:sldMk cId="2067239765" sldId="364"/>
            <ac:cxnSpMk id="30" creationId="{AE5BA550-9E90-DE64-2BAB-F5356CF545D2}"/>
          </ac:cxnSpMkLst>
        </pc:cxnChg>
        <pc:cxnChg chg="del mod">
          <ac:chgData name="Manish Agrawal" userId="1f6d2647-6235-4a34-bab9-93cff2ec24af" providerId="ADAL" clId="{C687AF16-5786-4043-A4A7-6DA7F14EA444}" dt="2024-11-20T12:11:38.493" v="2919" actId="478"/>
          <ac:cxnSpMkLst>
            <pc:docMk/>
            <pc:sldMk cId="2067239765" sldId="364"/>
            <ac:cxnSpMk id="32" creationId="{5210961D-35E4-846F-75F8-66838E78D795}"/>
          </ac:cxnSpMkLst>
        </pc:cxnChg>
        <pc:cxnChg chg="del">
          <ac:chgData name="Manish Agrawal" userId="1f6d2647-6235-4a34-bab9-93cff2ec24af" providerId="ADAL" clId="{C687AF16-5786-4043-A4A7-6DA7F14EA444}" dt="2024-11-20T12:11:53.510" v="2934" actId="478"/>
          <ac:cxnSpMkLst>
            <pc:docMk/>
            <pc:sldMk cId="2067239765" sldId="364"/>
            <ac:cxnSpMk id="33" creationId="{B5F3F602-B003-C4FB-7FB3-394319C3B438}"/>
          </ac:cxnSpMkLst>
        </pc:cxnChg>
        <pc:cxnChg chg="del">
          <ac:chgData name="Manish Agrawal" userId="1f6d2647-6235-4a34-bab9-93cff2ec24af" providerId="ADAL" clId="{C687AF16-5786-4043-A4A7-6DA7F14EA444}" dt="2024-11-20T12:11:46.262" v="2926" actId="478"/>
          <ac:cxnSpMkLst>
            <pc:docMk/>
            <pc:sldMk cId="2067239765" sldId="364"/>
            <ac:cxnSpMk id="37" creationId="{BF0A8D69-A741-49E0-632E-65FD7665F20E}"/>
          </ac:cxnSpMkLst>
        </pc:cxnChg>
        <pc:cxnChg chg="del">
          <ac:chgData name="Manish Agrawal" userId="1f6d2647-6235-4a34-bab9-93cff2ec24af" providerId="ADAL" clId="{C687AF16-5786-4043-A4A7-6DA7F14EA444}" dt="2024-11-20T12:11:47.472" v="2927" actId="478"/>
          <ac:cxnSpMkLst>
            <pc:docMk/>
            <pc:sldMk cId="2067239765" sldId="364"/>
            <ac:cxnSpMk id="38" creationId="{FCAA0A77-8F5B-2A31-CE14-5DC7B5691E84}"/>
          </ac:cxnSpMkLst>
        </pc:cxnChg>
        <pc:cxnChg chg="del">
          <ac:chgData name="Manish Agrawal" userId="1f6d2647-6235-4a34-bab9-93cff2ec24af" providerId="ADAL" clId="{C687AF16-5786-4043-A4A7-6DA7F14EA444}" dt="2024-11-20T12:11:54.254" v="2935" actId="478"/>
          <ac:cxnSpMkLst>
            <pc:docMk/>
            <pc:sldMk cId="2067239765" sldId="364"/>
            <ac:cxnSpMk id="41" creationId="{7EC99388-F704-B070-ADAE-BB2D2D9AFF3D}"/>
          </ac:cxnSpMkLst>
        </pc:cxnChg>
        <pc:cxnChg chg="del">
          <ac:chgData name="Manish Agrawal" userId="1f6d2647-6235-4a34-bab9-93cff2ec24af" providerId="ADAL" clId="{C687AF16-5786-4043-A4A7-6DA7F14EA444}" dt="2024-11-20T12:11:55.304" v="2936" actId="478"/>
          <ac:cxnSpMkLst>
            <pc:docMk/>
            <pc:sldMk cId="2067239765" sldId="364"/>
            <ac:cxnSpMk id="42" creationId="{FEECE3E4-79A8-FC25-C143-DE82415FC51B}"/>
          </ac:cxnSpMkLst>
        </pc:cxnChg>
        <pc:cxnChg chg="del">
          <ac:chgData name="Manish Agrawal" userId="1f6d2647-6235-4a34-bab9-93cff2ec24af" providerId="ADAL" clId="{C687AF16-5786-4043-A4A7-6DA7F14EA444}" dt="2024-11-20T12:11:30.262" v="2913" actId="478"/>
          <ac:cxnSpMkLst>
            <pc:docMk/>
            <pc:sldMk cId="2067239765" sldId="364"/>
            <ac:cxnSpMk id="43" creationId="{32569715-7320-6109-1903-43AC99C89067}"/>
          </ac:cxnSpMkLst>
        </pc:cxnChg>
        <pc:cxnChg chg="del">
          <ac:chgData name="Manish Agrawal" userId="1f6d2647-6235-4a34-bab9-93cff2ec24af" providerId="ADAL" clId="{C687AF16-5786-4043-A4A7-6DA7F14EA444}" dt="2024-11-20T12:11:31.544" v="2914" actId="478"/>
          <ac:cxnSpMkLst>
            <pc:docMk/>
            <pc:sldMk cId="2067239765" sldId="364"/>
            <ac:cxnSpMk id="44" creationId="{DBAC4303-04FE-D308-A64B-CE71945F2D3F}"/>
          </ac:cxnSpMkLst>
        </pc:cxnChg>
        <pc:cxnChg chg="del">
          <ac:chgData name="Manish Agrawal" userId="1f6d2647-6235-4a34-bab9-93cff2ec24af" providerId="ADAL" clId="{C687AF16-5786-4043-A4A7-6DA7F14EA444}" dt="2024-11-20T12:11:32.606" v="2915" actId="478"/>
          <ac:cxnSpMkLst>
            <pc:docMk/>
            <pc:sldMk cId="2067239765" sldId="364"/>
            <ac:cxnSpMk id="45" creationId="{61C1B512-0BEF-115F-B773-3B4CA568A38E}"/>
          </ac:cxnSpMkLst>
        </pc:cxnChg>
        <pc:cxnChg chg="del">
          <ac:chgData name="Manish Agrawal" userId="1f6d2647-6235-4a34-bab9-93cff2ec24af" providerId="ADAL" clId="{C687AF16-5786-4043-A4A7-6DA7F14EA444}" dt="2024-11-20T12:11:29.708" v="2912" actId="478"/>
          <ac:cxnSpMkLst>
            <pc:docMk/>
            <pc:sldMk cId="2067239765" sldId="364"/>
            <ac:cxnSpMk id="46" creationId="{70495C5D-9000-9742-0C0B-29157BDFECCF}"/>
          </ac:cxnSpMkLst>
        </pc:cxnChg>
      </pc:sldChg>
      <pc:sldChg chg="delSp modSp add del mod">
        <pc:chgData name="Manish Agrawal" userId="1f6d2647-6235-4a34-bab9-93cff2ec24af" providerId="ADAL" clId="{C687AF16-5786-4043-A4A7-6DA7F14EA444}" dt="2024-11-25T07:05:00.784" v="3985" actId="47"/>
        <pc:sldMkLst>
          <pc:docMk/>
          <pc:sldMk cId="256304852" sldId="365"/>
        </pc:sldMkLst>
        <pc:spChg chg="mod">
          <ac:chgData name="Manish Agrawal" userId="1f6d2647-6235-4a34-bab9-93cff2ec24af" providerId="ADAL" clId="{C687AF16-5786-4043-A4A7-6DA7F14EA444}" dt="2024-11-20T12:52:19.170" v="3177" actId="1035"/>
          <ac:spMkLst>
            <pc:docMk/>
            <pc:sldMk cId="256304852" sldId="365"/>
            <ac:spMk id="4" creationId="{67721CBF-09F4-B6A2-7466-36C2FAE20AED}"/>
          </ac:spMkLst>
        </pc:spChg>
        <pc:spChg chg="mod">
          <ac:chgData name="Manish Agrawal" userId="1f6d2647-6235-4a34-bab9-93cff2ec24af" providerId="ADAL" clId="{C687AF16-5786-4043-A4A7-6DA7F14EA444}" dt="2024-11-20T12:26:21.297" v="3095" actId="20577"/>
          <ac:spMkLst>
            <pc:docMk/>
            <pc:sldMk cId="256304852" sldId="365"/>
            <ac:spMk id="263" creationId="{9295B150-3C3A-4484-633C-1ADAC8CDA909}"/>
          </ac:spMkLst>
        </pc:spChg>
        <pc:graphicFrameChg chg="del">
          <ac:chgData name="Manish Agrawal" userId="1f6d2647-6235-4a34-bab9-93cff2ec24af" providerId="ADAL" clId="{C687AF16-5786-4043-A4A7-6DA7F14EA444}" dt="2024-11-20T12:26:27.785" v="3096" actId="478"/>
          <ac:graphicFrameMkLst>
            <pc:docMk/>
            <pc:sldMk cId="256304852" sldId="365"/>
            <ac:graphicFrameMk id="2" creationId="{F095C74B-4466-2727-FD83-C0D1733A254F}"/>
          </ac:graphicFrameMkLst>
        </pc:graphicFrameChg>
        <pc:graphicFrameChg chg="del modGraphic">
          <ac:chgData name="Manish Agrawal" userId="1f6d2647-6235-4a34-bab9-93cff2ec24af" providerId="ADAL" clId="{C687AF16-5786-4043-A4A7-6DA7F14EA444}" dt="2024-11-20T12:26:29.477" v="3098" actId="478"/>
          <ac:graphicFrameMkLst>
            <pc:docMk/>
            <pc:sldMk cId="256304852" sldId="365"/>
            <ac:graphicFrameMk id="5" creationId="{19B43973-AF94-8797-3488-6C696803DF9B}"/>
          </ac:graphicFrameMkLst>
        </pc:graphicFrameChg>
      </pc:sldChg>
      <pc:sldChg chg="modSp add mod ord">
        <pc:chgData name="Manish Agrawal" userId="1f6d2647-6235-4a34-bab9-93cff2ec24af" providerId="ADAL" clId="{C687AF16-5786-4043-A4A7-6DA7F14EA444}" dt="2024-11-21T05:36:09.835" v="3181" actId="6549"/>
        <pc:sldMkLst>
          <pc:docMk/>
          <pc:sldMk cId="587194046" sldId="366"/>
        </pc:sldMkLst>
        <pc:spChg chg="mod">
          <ac:chgData name="Manish Agrawal" userId="1f6d2647-6235-4a34-bab9-93cff2ec24af" providerId="ADAL" clId="{C687AF16-5786-4043-A4A7-6DA7F14EA444}" dt="2024-11-21T05:36:09.835" v="3181" actId="6549"/>
          <ac:spMkLst>
            <pc:docMk/>
            <pc:sldMk cId="587194046" sldId="366"/>
            <ac:spMk id="238" creationId="{AD37364E-84E1-458C-8C80-785081D8B221}"/>
          </ac:spMkLst>
        </pc:spChg>
      </pc:sldChg>
      <pc:sldChg chg="addSp delSp modSp add mod ord modAnim">
        <pc:chgData name="Manish Agrawal" userId="1f6d2647-6235-4a34-bab9-93cff2ec24af" providerId="ADAL" clId="{C687AF16-5786-4043-A4A7-6DA7F14EA444}" dt="2024-11-26T09:41:14.205" v="6936"/>
        <pc:sldMkLst>
          <pc:docMk/>
          <pc:sldMk cId="2080684702" sldId="367"/>
        </pc:sldMkLst>
        <pc:spChg chg="add mod">
          <ac:chgData name="Manish Agrawal" userId="1f6d2647-6235-4a34-bab9-93cff2ec24af" providerId="ADAL" clId="{C687AF16-5786-4043-A4A7-6DA7F14EA444}" dt="2024-11-26T06:24:03.114" v="6274" actId="1076"/>
          <ac:spMkLst>
            <pc:docMk/>
            <pc:sldMk cId="2080684702" sldId="367"/>
            <ac:spMk id="2" creationId="{787E9E7B-EF27-E0F0-8BF7-EB90DAF5B522}"/>
          </ac:spMkLst>
        </pc:spChg>
        <pc:spChg chg="del">
          <ac:chgData name="Manish Agrawal" userId="1f6d2647-6235-4a34-bab9-93cff2ec24af" providerId="ADAL" clId="{C687AF16-5786-4043-A4A7-6DA7F14EA444}" dt="2024-11-21T05:56:46.285" v="3251" actId="478"/>
          <ac:spMkLst>
            <pc:docMk/>
            <pc:sldMk cId="2080684702" sldId="367"/>
            <ac:spMk id="4" creationId="{1F249335-8860-9D57-B522-BCE7499C014E}"/>
          </ac:spMkLst>
        </pc:spChg>
        <pc:spChg chg="mod">
          <ac:chgData name="Manish Agrawal" userId="1f6d2647-6235-4a34-bab9-93cff2ec24af" providerId="ADAL" clId="{C687AF16-5786-4043-A4A7-6DA7F14EA444}" dt="2024-11-26T07:04:24.111" v="6560" actId="20577"/>
          <ac:spMkLst>
            <pc:docMk/>
            <pc:sldMk cId="2080684702" sldId="367"/>
            <ac:spMk id="262" creationId="{61DCB703-DB1C-5461-B270-F75A6AD40CA8}"/>
          </ac:spMkLst>
        </pc:spChg>
        <pc:spChg chg="mod">
          <ac:chgData name="Manish Agrawal" userId="1f6d2647-6235-4a34-bab9-93cff2ec24af" providerId="ADAL" clId="{C687AF16-5786-4043-A4A7-6DA7F14EA444}" dt="2024-11-26T06:16:26.128" v="6235" actId="1076"/>
          <ac:spMkLst>
            <pc:docMk/>
            <pc:sldMk cId="2080684702" sldId="367"/>
            <ac:spMk id="263" creationId="{4BFD1A48-B570-A7C6-BFB9-8B99D67F9388}"/>
          </ac:spMkLst>
        </pc:spChg>
        <pc:picChg chg="add mod">
          <ac:chgData name="Manish Agrawal" userId="1f6d2647-6235-4a34-bab9-93cff2ec24af" providerId="ADAL" clId="{C687AF16-5786-4043-A4A7-6DA7F14EA444}" dt="2024-11-21T07:17:13.903" v="3915" actId="1076"/>
          <ac:picMkLst>
            <pc:docMk/>
            <pc:sldMk cId="2080684702" sldId="367"/>
            <ac:picMk id="3" creationId="{F3A0B86F-A442-3547-BF6B-847A63A9AF5C}"/>
          </ac:picMkLst>
        </pc:picChg>
        <pc:picChg chg="del">
          <ac:chgData name="Manish Agrawal" userId="1f6d2647-6235-4a34-bab9-93cff2ec24af" providerId="ADAL" clId="{C687AF16-5786-4043-A4A7-6DA7F14EA444}" dt="2024-11-21T05:56:44.589" v="3250" actId="478"/>
          <ac:picMkLst>
            <pc:docMk/>
            <pc:sldMk cId="2080684702" sldId="367"/>
            <ac:picMk id="5" creationId="{79AE1FD8-B1F7-EEDF-48D9-6F856FFA4B3D}"/>
          </ac:picMkLst>
        </pc:picChg>
      </pc:sldChg>
      <pc:sldChg chg="addSp delSp modSp new del mod">
        <pc:chgData name="Manish Agrawal" userId="1f6d2647-6235-4a34-bab9-93cff2ec24af" providerId="ADAL" clId="{C687AF16-5786-4043-A4A7-6DA7F14EA444}" dt="2024-11-25T07:05:01.810" v="3986" actId="47"/>
        <pc:sldMkLst>
          <pc:docMk/>
          <pc:sldMk cId="1476305220" sldId="368"/>
        </pc:sldMkLst>
        <pc:spChg chg="del">
          <ac:chgData name="Manish Agrawal" userId="1f6d2647-6235-4a34-bab9-93cff2ec24af" providerId="ADAL" clId="{C687AF16-5786-4043-A4A7-6DA7F14EA444}" dt="2024-11-21T06:22:23.205" v="3471" actId="478"/>
          <ac:spMkLst>
            <pc:docMk/>
            <pc:sldMk cId="1476305220" sldId="368"/>
            <ac:spMk id="2" creationId="{2B69F1D5-B2A1-B76D-60E2-B9EE18A9BA99}"/>
          </ac:spMkLst>
        </pc:spChg>
        <pc:spChg chg="mod">
          <ac:chgData name="Manish Agrawal" userId="1f6d2647-6235-4a34-bab9-93cff2ec24af" providerId="ADAL" clId="{C687AF16-5786-4043-A4A7-6DA7F14EA444}" dt="2024-11-21T07:12:34.508" v="3911" actId="14100"/>
          <ac:spMkLst>
            <pc:docMk/>
            <pc:sldMk cId="1476305220" sldId="368"/>
            <ac:spMk id="3" creationId="{934054E7-EB88-40D6-5CA4-97445D3BD966}"/>
          </ac:spMkLst>
        </pc:spChg>
        <pc:spChg chg="mod">
          <ac:chgData name="Manish Agrawal" userId="1f6d2647-6235-4a34-bab9-93cff2ec24af" providerId="ADAL" clId="{C687AF16-5786-4043-A4A7-6DA7F14EA444}" dt="2024-11-21T07:12:21.847" v="3909" actId="1076"/>
          <ac:spMkLst>
            <pc:docMk/>
            <pc:sldMk cId="1476305220" sldId="368"/>
            <ac:spMk id="4" creationId="{D67DECE5-8CC6-3C80-7B25-1CD9D94EF686}"/>
          </ac:spMkLst>
        </pc:spChg>
        <pc:cxnChg chg="add mod">
          <ac:chgData name="Manish Agrawal" userId="1f6d2647-6235-4a34-bab9-93cff2ec24af" providerId="ADAL" clId="{C687AF16-5786-4043-A4A7-6DA7F14EA444}" dt="2024-11-25T06:56:29.166" v="3945" actId="1076"/>
          <ac:cxnSpMkLst>
            <pc:docMk/>
            <pc:sldMk cId="1476305220" sldId="368"/>
            <ac:cxnSpMk id="6" creationId="{248CC291-C2B6-8B17-115E-D3C40FA4F021}"/>
          </ac:cxnSpMkLst>
        </pc:cxnChg>
        <pc:cxnChg chg="add mod">
          <ac:chgData name="Manish Agrawal" userId="1f6d2647-6235-4a34-bab9-93cff2ec24af" providerId="ADAL" clId="{C687AF16-5786-4043-A4A7-6DA7F14EA444}" dt="2024-11-25T06:56:35.128" v="3946" actId="1076"/>
          <ac:cxnSpMkLst>
            <pc:docMk/>
            <pc:sldMk cId="1476305220" sldId="368"/>
            <ac:cxnSpMk id="7" creationId="{2797ACE6-81C1-99CD-398B-58CA2C3627D7}"/>
          </ac:cxnSpMkLst>
        </pc:cxnChg>
        <pc:cxnChg chg="add mod">
          <ac:chgData name="Manish Agrawal" userId="1f6d2647-6235-4a34-bab9-93cff2ec24af" providerId="ADAL" clId="{C687AF16-5786-4043-A4A7-6DA7F14EA444}" dt="2024-11-25T06:56:37.046" v="3947" actId="1076"/>
          <ac:cxnSpMkLst>
            <pc:docMk/>
            <pc:sldMk cId="1476305220" sldId="368"/>
            <ac:cxnSpMk id="8" creationId="{15117F67-CF9F-D9E3-FB7B-A6958B7307F2}"/>
          </ac:cxnSpMkLst>
        </pc:cxnChg>
      </pc:sldChg>
      <pc:sldChg chg="addSp delSp modSp add mod modAnim">
        <pc:chgData name="Manish Agrawal" userId="1f6d2647-6235-4a34-bab9-93cff2ec24af" providerId="ADAL" clId="{C687AF16-5786-4043-A4A7-6DA7F14EA444}" dt="2024-11-26T09:59:47.608" v="6965"/>
        <pc:sldMkLst>
          <pc:docMk/>
          <pc:sldMk cId="756810649" sldId="369"/>
        </pc:sldMkLst>
        <pc:spChg chg="mod">
          <ac:chgData name="Manish Agrawal" userId="1f6d2647-6235-4a34-bab9-93cff2ec24af" providerId="ADAL" clId="{C687AF16-5786-4043-A4A7-6DA7F14EA444}" dt="2024-11-26T09:59:21.450" v="6961" actId="1076"/>
          <ac:spMkLst>
            <pc:docMk/>
            <pc:sldMk cId="756810649" sldId="369"/>
            <ac:spMk id="262" creationId="{74F08A81-F848-A188-560E-F15EA29E2CCF}"/>
          </ac:spMkLst>
        </pc:spChg>
        <pc:spChg chg="mod">
          <ac:chgData name="Manish Agrawal" userId="1f6d2647-6235-4a34-bab9-93cff2ec24af" providerId="ADAL" clId="{C687AF16-5786-4043-A4A7-6DA7F14EA444}" dt="2024-11-26T09:59:26.107" v="6962" actId="1076"/>
          <ac:spMkLst>
            <pc:docMk/>
            <pc:sldMk cId="756810649" sldId="369"/>
            <ac:spMk id="263" creationId="{FDC89887-E058-D853-0B0E-5AAAD4E64E24}"/>
          </ac:spMkLst>
        </pc:spChg>
        <pc:picChg chg="add del mod">
          <ac:chgData name="Manish Agrawal" userId="1f6d2647-6235-4a34-bab9-93cff2ec24af" providerId="ADAL" clId="{C687AF16-5786-4043-A4A7-6DA7F14EA444}" dt="2024-11-26T07:38:07.854" v="6686" actId="478"/>
          <ac:picMkLst>
            <pc:docMk/>
            <pc:sldMk cId="756810649" sldId="369"/>
            <ac:picMk id="2" creationId="{AA5DCB23-DBA7-083F-97DA-086E50F4C2C2}"/>
          </ac:picMkLst>
        </pc:picChg>
        <pc:picChg chg="del">
          <ac:chgData name="Manish Agrawal" userId="1f6d2647-6235-4a34-bab9-93cff2ec24af" providerId="ADAL" clId="{C687AF16-5786-4043-A4A7-6DA7F14EA444}" dt="2024-11-21T07:32:02.667" v="3944" actId="478"/>
          <ac:picMkLst>
            <pc:docMk/>
            <pc:sldMk cId="756810649" sldId="369"/>
            <ac:picMk id="3" creationId="{6F32B2ED-8F2B-32CF-985F-D1A2B543E2F3}"/>
          </ac:picMkLst>
        </pc:picChg>
      </pc:sldChg>
      <pc:sldChg chg="addSp modSp add mod ord modAnim">
        <pc:chgData name="Manish Agrawal" userId="1f6d2647-6235-4a34-bab9-93cff2ec24af" providerId="ADAL" clId="{C687AF16-5786-4043-A4A7-6DA7F14EA444}" dt="2024-11-26T09:36:11.756" v="6879"/>
        <pc:sldMkLst>
          <pc:docMk/>
          <pc:sldMk cId="4278944063" sldId="370"/>
        </pc:sldMkLst>
        <pc:spChg chg="mod">
          <ac:chgData name="Manish Agrawal" userId="1f6d2647-6235-4a34-bab9-93cff2ec24af" providerId="ADAL" clId="{C687AF16-5786-4043-A4A7-6DA7F14EA444}" dt="2024-11-26T07:34:10.962" v="6677" actId="14100"/>
          <ac:spMkLst>
            <pc:docMk/>
            <pc:sldMk cId="4278944063" sldId="370"/>
            <ac:spMk id="262" creationId="{51D4CA24-93C3-61E5-FD67-3F3C28CE74A1}"/>
          </ac:spMkLst>
        </pc:spChg>
        <pc:spChg chg="mod">
          <ac:chgData name="Manish Agrawal" userId="1f6d2647-6235-4a34-bab9-93cff2ec24af" providerId="ADAL" clId="{C687AF16-5786-4043-A4A7-6DA7F14EA444}" dt="2024-11-26T07:31:46.750" v="6616" actId="20577"/>
          <ac:spMkLst>
            <pc:docMk/>
            <pc:sldMk cId="4278944063" sldId="370"/>
            <ac:spMk id="263" creationId="{3D0B11BB-628B-F72B-7A32-470B8F234060}"/>
          </ac:spMkLst>
        </pc:spChg>
        <pc:picChg chg="add mod">
          <ac:chgData name="Manish Agrawal" userId="1f6d2647-6235-4a34-bab9-93cff2ec24af" providerId="ADAL" clId="{C687AF16-5786-4043-A4A7-6DA7F14EA444}" dt="2024-11-26T06:31:53.485" v="6388" actId="1076"/>
          <ac:picMkLst>
            <pc:docMk/>
            <pc:sldMk cId="4278944063" sldId="370"/>
            <ac:picMk id="2" creationId="{988F7288-F77F-6215-6E40-E578E07C7703}"/>
          </ac:picMkLst>
        </pc:picChg>
      </pc:sldChg>
      <pc:sldChg chg="add del">
        <pc:chgData name="Manish Agrawal" userId="1f6d2647-6235-4a34-bab9-93cff2ec24af" providerId="ADAL" clId="{C687AF16-5786-4043-A4A7-6DA7F14EA444}" dt="2024-11-25T12:23:41.886" v="4341" actId="47"/>
        <pc:sldMkLst>
          <pc:docMk/>
          <pc:sldMk cId="32449424" sldId="371"/>
        </pc:sldMkLst>
      </pc:sldChg>
      <pc:sldChg chg="addSp delSp modSp add mod ord modAnim">
        <pc:chgData name="Manish Agrawal" userId="1f6d2647-6235-4a34-bab9-93cff2ec24af" providerId="ADAL" clId="{C687AF16-5786-4043-A4A7-6DA7F14EA444}" dt="2024-11-26T09:41:47.358" v="6937"/>
        <pc:sldMkLst>
          <pc:docMk/>
          <pc:sldMk cId="1703519275" sldId="371"/>
        </pc:sldMkLst>
        <pc:spChg chg="mod">
          <ac:chgData name="Manish Agrawal" userId="1f6d2647-6235-4a34-bab9-93cff2ec24af" providerId="ADAL" clId="{C687AF16-5786-4043-A4A7-6DA7F14EA444}" dt="2024-11-26T06:25:15.561" v="6303" actId="1076"/>
          <ac:spMkLst>
            <pc:docMk/>
            <pc:sldMk cId="1703519275" sldId="371"/>
            <ac:spMk id="263" creationId="{5CA5DF63-AF46-5F94-D666-E70A11268E34}"/>
          </ac:spMkLst>
        </pc:spChg>
        <pc:picChg chg="del">
          <ac:chgData name="Manish Agrawal" userId="1f6d2647-6235-4a34-bab9-93cff2ec24af" providerId="ADAL" clId="{C687AF16-5786-4043-A4A7-6DA7F14EA444}" dt="2024-11-25T13:21:35.256" v="4797" actId="21"/>
          <ac:picMkLst>
            <pc:docMk/>
            <pc:sldMk cId="1703519275" sldId="371"/>
            <ac:picMk id="6" creationId="{D2B43202-9A3F-8363-BCA7-A3437D3FB03E}"/>
          </ac:picMkLst>
        </pc:picChg>
        <pc:picChg chg="mod">
          <ac:chgData name="Manish Agrawal" userId="1f6d2647-6235-4a34-bab9-93cff2ec24af" providerId="ADAL" clId="{C687AF16-5786-4043-A4A7-6DA7F14EA444}" dt="2024-11-26T07:17:48.096" v="6561" actId="1035"/>
          <ac:picMkLst>
            <pc:docMk/>
            <pc:sldMk cId="1703519275" sldId="371"/>
            <ac:picMk id="7" creationId="{D29FD00F-D6E1-EB14-FB53-CCBBCC8B6B62}"/>
          </ac:picMkLst>
        </pc:picChg>
        <pc:picChg chg="add del mod">
          <ac:chgData name="Manish Agrawal" userId="1f6d2647-6235-4a34-bab9-93cff2ec24af" providerId="ADAL" clId="{C687AF16-5786-4043-A4A7-6DA7F14EA444}" dt="2024-11-25T13:21:35.256" v="4797" actId="21"/>
          <ac:picMkLst>
            <pc:docMk/>
            <pc:sldMk cId="1703519275" sldId="371"/>
            <ac:picMk id="8" creationId="{5645BB1E-EF0B-F81D-B7C1-58D940819C2F}"/>
          </ac:picMkLst>
        </pc:picChg>
        <pc:picChg chg="mod">
          <ac:chgData name="Manish Agrawal" userId="1f6d2647-6235-4a34-bab9-93cff2ec24af" providerId="ADAL" clId="{C687AF16-5786-4043-A4A7-6DA7F14EA444}" dt="2024-11-26T06:25:32.663" v="6310" actId="1076"/>
          <ac:picMkLst>
            <pc:docMk/>
            <pc:sldMk cId="1703519275" sldId="371"/>
            <ac:picMk id="9" creationId="{05170084-E7CB-0503-7005-137EDA0EE65C}"/>
          </ac:picMkLst>
        </pc:picChg>
      </pc:sldChg>
      <pc:sldChg chg="addSp delSp modSp add mod modAnim">
        <pc:chgData name="Manish Agrawal" userId="1f6d2647-6235-4a34-bab9-93cff2ec24af" providerId="ADAL" clId="{C687AF16-5786-4043-A4A7-6DA7F14EA444}" dt="2024-11-26T09:51:41.100" v="6940"/>
        <pc:sldMkLst>
          <pc:docMk/>
          <pc:sldMk cId="3214791083" sldId="372"/>
        </pc:sldMkLst>
        <pc:spChg chg="add del mod">
          <ac:chgData name="Manish Agrawal" userId="1f6d2647-6235-4a34-bab9-93cff2ec24af" providerId="ADAL" clId="{C687AF16-5786-4043-A4A7-6DA7F14EA444}" dt="2024-11-26T06:45:01.734" v="6493" actId="478"/>
          <ac:spMkLst>
            <pc:docMk/>
            <pc:sldMk cId="3214791083" sldId="372"/>
            <ac:spMk id="2" creationId="{61DB07B9-839E-9048-558B-1CF9489291FB}"/>
          </ac:spMkLst>
        </pc:spChg>
        <pc:spChg chg="del">
          <ac:chgData name="Manish Agrawal" userId="1f6d2647-6235-4a34-bab9-93cff2ec24af" providerId="ADAL" clId="{C687AF16-5786-4043-A4A7-6DA7F14EA444}" dt="2024-11-25T12:25:54.045" v="4378" actId="478"/>
          <ac:spMkLst>
            <pc:docMk/>
            <pc:sldMk cId="3214791083" sldId="372"/>
            <ac:spMk id="2" creationId="{6E1A364B-4319-0F18-9242-404F1FBC38E3}"/>
          </ac:spMkLst>
        </pc:spChg>
        <pc:spChg chg="mod">
          <ac:chgData name="Manish Agrawal" userId="1f6d2647-6235-4a34-bab9-93cff2ec24af" providerId="ADAL" clId="{C687AF16-5786-4043-A4A7-6DA7F14EA444}" dt="2024-11-26T07:35:52.351" v="6682" actId="1076"/>
          <ac:spMkLst>
            <pc:docMk/>
            <pc:sldMk cId="3214791083" sldId="372"/>
            <ac:spMk id="262" creationId="{00860B6D-E419-9EA0-A79A-8BB752A92B64}"/>
          </ac:spMkLst>
        </pc:spChg>
        <pc:spChg chg="mod">
          <ac:chgData name="Manish Agrawal" userId="1f6d2647-6235-4a34-bab9-93cff2ec24af" providerId="ADAL" clId="{C687AF16-5786-4043-A4A7-6DA7F14EA444}" dt="2024-11-25T12:32:24.123" v="4496" actId="6549"/>
          <ac:spMkLst>
            <pc:docMk/>
            <pc:sldMk cId="3214791083" sldId="372"/>
            <ac:spMk id="263" creationId="{A7F91A0A-FC12-6BB6-9D71-AF3969C1AC80}"/>
          </ac:spMkLst>
        </pc:spChg>
        <pc:picChg chg="del">
          <ac:chgData name="Manish Agrawal" userId="1f6d2647-6235-4a34-bab9-93cff2ec24af" providerId="ADAL" clId="{C687AF16-5786-4043-A4A7-6DA7F14EA444}" dt="2024-11-25T12:25:48.808" v="4377" actId="478"/>
          <ac:picMkLst>
            <pc:docMk/>
            <pc:sldMk cId="3214791083" sldId="372"/>
            <ac:picMk id="3" creationId="{99DDF021-B7CD-5858-9124-3E999D2B0D99}"/>
          </ac:picMkLst>
        </pc:picChg>
      </pc:sldChg>
      <pc:sldChg chg="addSp delSp modSp add mod modAnim">
        <pc:chgData name="Manish Agrawal" userId="1f6d2647-6235-4a34-bab9-93cff2ec24af" providerId="ADAL" clId="{C687AF16-5786-4043-A4A7-6DA7F14EA444}" dt="2024-11-26T09:59:14.584" v="6960"/>
        <pc:sldMkLst>
          <pc:docMk/>
          <pc:sldMk cId="1865631730" sldId="373"/>
        </pc:sldMkLst>
        <pc:spChg chg="add del mod">
          <ac:chgData name="Manish Agrawal" userId="1f6d2647-6235-4a34-bab9-93cff2ec24af" providerId="ADAL" clId="{C687AF16-5786-4043-A4A7-6DA7F14EA444}" dt="2024-11-25T12:54:45.211" v="4624" actId="478"/>
          <ac:spMkLst>
            <pc:docMk/>
            <pc:sldMk cId="1865631730" sldId="373"/>
            <ac:spMk id="3" creationId="{771A2B7A-770B-98B8-4B1D-7B96472ED4A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" creationId="{0C2377B3-66D5-EE3C-29A1-8C5FCF39A11C}"/>
          </ac:spMkLst>
        </pc:spChg>
        <pc:spChg chg="add del mod">
          <ac:chgData name="Manish Agrawal" userId="1f6d2647-6235-4a34-bab9-93cff2ec24af" providerId="ADAL" clId="{C687AF16-5786-4043-A4A7-6DA7F14EA444}" dt="2024-11-25T13:04:36.943" v="4689" actId="478"/>
          <ac:spMkLst>
            <pc:docMk/>
            <pc:sldMk cId="1865631730" sldId="373"/>
            <ac:spMk id="4" creationId="{D2F4D6C2-0C0D-F7AB-7884-D2FE164E6A64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5" creationId="{6512AB80-27F8-5DE2-3D68-994A2A4423D9}"/>
          </ac:spMkLst>
        </pc:spChg>
        <pc:spChg chg="add del mod">
          <ac:chgData name="Manish Agrawal" userId="1f6d2647-6235-4a34-bab9-93cff2ec24af" providerId="ADAL" clId="{C687AF16-5786-4043-A4A7-6DA7F14EA444}" dt="2024-11-25T13:04:40.148" v="4692" actId="478"/>
          <ac:spMkLst>
            <pc:docMk/>
            <pc:sldMk cId="1865631730" sldId="373"/>
            <ac:spMk id="6" creationId="{A2CCE83A-C238-5860-AFA8-2E2BE0BD0C0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6" creationId="{D3FB7126-D6A6-8C20-06CC-839835DC3F0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7" creationId="{525916CA-3904-DD09-C0CA-ABE7D6D156A9}"/>
          </ac:spMkLst>
        </pc:spChg>
        <pc:spChg chg="add del mod">
          <ac:chgData name="Manish Agrawal" userId="1f6d2647-6235-4a34-bab9-93cff2ec24af" providerId="ADAL" clId="{C687AF16-5786-4043-A4A7-6DA7F14EA444}" dt="2024-11-25T13:04:38.732" v="4691" actId="478"/>
          <ac:spMkLst>
            <pc:docMk/>
            <pc:sldMk cId="1865631730" sldId="373"/>
            <ac:spMk id="7" creationId="{91D56203-DD03-EC08-69E8-7B2AB6BEBDBC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8" creationId="{1EA25009-71BE-196D-E378-E5DC44915393}"/>
          </ac:spMkLst>
        </pc:spChg>
        <pc:spChg chg="add del mod">
          <ac:chgData name="Manish Agrawal" userId="1f6d2647-6235-4a34-bab9-93cff2ec24af" providerId="ADAL" clId="{C687AF16-5786-4043-A4A7-6DA7F14EA444}" dt="2024-11-25T13:04:37.909" v="4690" actId="478"/>
          <ac:spMkLst>
            <pc:docMk/>
            <pc:sldMk cId="1865631730" sldId="373"/>
            <ac:spMk id="8" creationId="{427EE3A1-DCD0-688A-01E9-C9C64540F50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9" creationId="{9C7E8995-E8D1-3C59-38FB-45EC0176EDE3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0" creationId="{B2C90B4B-FB73-AA6F-C4CD-CE1DD5F63F9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2" creationId="{2C66B02C-6D48-0007-40EA-ADD695F6ED4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4" creationId="{44FE355D-2AE3-798D-206A-DF6388D86594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7" creationId="{4506F957-9113-12F2-AA3E-720B9CDEA8C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8" creationId="{3E5E741F-7F2A-A258-E639-903D99522E65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9" creationId="{C90918A3-C5D2-8CC5-0CEC-480AAF3BE4C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0" creationId="{E39707B8-E537-519E-5AF1-D35CDF5DDE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1" creationId="{C82EC377-DF84-5AED-054A-194B2533821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2" creationId="{EB7D6A73-72A4-AC44-BE42-5CA0826FF0A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3" creationId="{BD9015FB-0B51-8932-2F82-5DBFC2F5BBA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4" creationId="{6EB93780-E041-9E1E-8566-C586EE76C17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5" creationId="{8208CB1A-2ADA-C761-C389-23B61025C0C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6" creationId="{B64E0095-10BA-DF56-9F7D-59D4E274EF6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7" creationId="{884689D9-6930-4F9D-7E99-AF64DBA15F4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8" creationId="{E73AA4EF-A08F-A158-3E03-514991E9B5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9" creationId="{42CF7372-4417-7563-DCDD-4EA5B62497A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0" creationId="{0536E650-1C09-9674-8093-A33017DCB8B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1" creationId="{F460CBB6-BBE0-585D-D4A1-D6C45C8208A3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2" creationId="{DF582077-C108-095B-66F3-8AEF608232B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3" creationId="{63AB403F-DB6E-99B1-746B-F5F715F53D1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4" creationId="{F9F9344F-48E7-220D-69A5-3FD9021A56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5" creationId="{72C91FE1-29CF-BF8F-FB63-6AC3D329902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6" creationId="{16DA889B-519D-708C-58A9-E532A033475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7" creationId="{9CD417BB-9393-202C-A011-2277A7B107EB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8" creationId="{9F32C9F9-84FD-A76A-A4EB-CE9CE52E045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9" creationId="{8C123694-D04F-C2B2-93E7-B09C048C5D5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0" creationId="{4D920EE1-52D1-4D81-69F3-66017924098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1" creationId="{CAC4A2EA-364D-29E7-2F8E-9D0249AE6CC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2" creationId="{9F89AE9F-DE2E-B8A6-0C71-0BA06693ABF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3" creationId="{DE432FEC-F846-C362-19EE-78AF338A8C3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4" creationId="{B7A846BF-B606-B9F0-85F8-32ACB100A0E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5" creationId="{A2CAEA84-FDC3-DCDA-535A-C065D816AE3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6" creationId="{A2C5288B-247B-6918-D2D8-335AD6561D75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7" creationId="{7F6FB761-55F5-FC9B-7606-F010E4A8BFBD}"/>
          </ac:spMkLst>
        </pc:spChg>
        <pc:spChg chg="del">
          <ac:chgData name="Manish Agrawal" userId="1f6d2647-6235-4a34-bab9-93cff2ec24af" providerId="ADAL" clId="{C687AF16-5786-4043-A4A7-6DA7F14EA444}" dt="2024-11-25T12:54:43.278" v="4623" actId="478"/>
          <ac:spMkLst>
            <pc:docMk/>
            <pc:sldMk cId="1865631730" sldId="373"/>
            <ac:spMk id="262" creationId="{D5E7E437-7B2F-2183-901E-A23203A5838F}"/>
          </ac:spMkLst>
        </pc:spChg>
        <pc:spChg chg="mod">
          <ac:chgData name="Manish Agrawal" userId="1f6d2647-6235-4a34-bab9-93cff2ec24af" providerId="ADAL" clId="{C687AF16-5786-4043-A4A7-6DA7F14EA444}" dt="2024-11-26T09:52:29.481" v="6942" actId="338"/>
          <ac:spMkLst>
            <pc:docMk/>
            <pc:sldMk cId="1865631730" sldId="373"/>
            <ac:spMk id="263" creationId="{5DC5BCC0-2C7B-4A8A-E2E8-CE32B23377E3}"/>
          </ac:spMkLst>
        </pc:spChg>
        <pc:spChg chg="mod">
          <ac:chgData name="Manish Agrawal" userId="1f6d2647-6235-4a34-bab9-93cff2ec24af" providerId="ADAL" clId="{C687AF16-5786-4043-A4A7-6DA7F14EA444}" dt="2024-11-26T09:52:29.481" v="6942" actId="338"/>
          <ac:spMkLst>
            <pc:docMk/>
            <pc:sldMk cId="1865631730" sldId="373"/>
            <ac:spMk id="265" creationId="{DE1C82AD-4F88-9AE6-C3DA-7AF61E10E859}"/>
          </ac:spMkLst>
        </pc:spChg>
        <pc:grpChg chg="mod">
          <ac:chgData name="Manish Agrawal" userId="1f6d2647-6235-4a34-bab9-93cff2ec24af" providerId="ADAL" clId="{C687AF16-5786-4043-A4A7-6DA7F14EA444}" dt="2024-11-26T09:52:29.481" v="6942" actId="338"/>
          <ac:grpSpMkLst>
            <pc:docMk/>
            <pc:sldMk cId="1865631730" sldId="373"/>
            <ac:grpSpMk id="1" creationId="{12EAEC7E-F28E-6D6B-96CB-587168AB411C}"/>
          </ac:grpSpMkLst>
        </pc:grpChg>
        <pc:grpChg chg="del mod">
          <ac:chgData name="Manish Agrawal" userId="1f6d2647-6235-4a34-bab9-93cff2ec24af" providerId="ADAL" clId="{C687AF16-5786-4043-A4A7-6DA7F14EA444}" dt="2024-11-26T09:52:33.841" v="6943" actId="165"/>
          <ac:grpSpMkLst>
            <pc:docMk/>
            <pc:sldMk cId="1865631730" sldId="373"/>
            <ac:grpSpMk id="3" creationId="{FB6991C1-9858-E1EB-2CEC-9A24D2A2AAAB}"/>
          </ac:grpSpMkLst>
        </pc:grpChg>
        <pc:graphicFrameChg chg="add del mod modGraphic">
          <ac:chgData name="Manish Agrawal" userId="1f6d2647-6235-4a34-bab9-93cff2ec24af" providerId="ADAL" clId="{C687AF16-5786-4043-A4A7-6DA7F14EA444}" dt="2024-11-25T13:18:45.277" v="4731" actId="478"/>
          <ac:graphicFrameMkLst>
            <pc:docMk/>
            <pc:sldMk cId="1865631730" sldId="373"/>
            <ac:graphicFrameMk id="9" creationId="{540D752E-0C81-1D56-1AB3-CF99B914CC15}"/>
          </ac:graphicFrameMkLst>
        </pc:graphicFrameChg>
        <pc:graphicFrameChg chg="add del mod modGraphic">
          <ac:chgData name="Manish Agrawal" userId="1f6d2647-6235-4a34-bab9-93cff2ec24af" providerId="ADAL" clId="{C687AF16-5786-4043-A4A7-6DA7F14EA444}" dt="2024-11-26T09:52:20.359" v="6941" actId="478"/>
          <ac:graphicFrameMkLst>
            <pc:docMk/>
            <pc:sldMk cId="1865631730" sldId="373"/>
            <ac:graphicFrameMk id="16" creationId="{256A658B-C869-C101-4977-63567ACCD4CB}"/>
          </ac:graphicFrameMkLst>
        </pc:graphicFrameChg>
        <pc:picChg chg="del mod">
          <ac:chgData name="Manish Agrawal" userId="1f6d2647-6235-4a34-bab9-93cff2ec24af" providerId="ADAL" clId="{C687AF16-5786-4043-A4A7-6DA7F14EA444}" dt="2024-11-26T09:52:29.481" v="6942" actId="338"/>
          <ac:picMkLst>
            <pc:docMk/>
            <pc:sldMk cId="1865631730" sldId="373"/>
            <ac:picMk id="2" creationId="{75EDBAAD-45A5-8A3A-C149-9EFC39586CCE}"/>
          </ac:picMkLst>
        </pc:picChg>
        <pc:picChg chg="add del mod">
          <ac:chgData name="Manish Agrawal" userId="1f6d2647-6235-4a34-bab9-93cff2ec24af" providerId="ADAL" clId="{C687AF16-5786-4043-A4A7-6DA7F14EA444}" dt="2024-11-25T13:11:32.665" v="4694" actId="478"/>
          <ac:picMkLst>
            <pc:docMk/>
            <pc:sldMk cId="1865631730" sldId="373"/>
            <ac:picMk id="5" creationId="{2B2FEFA0-BDA9-74A9-1110-76A82EC7BA60}"/>
          </ac:picMkLst>
        </pc:picChg>
        <pc:picChg chg="add mod ord">
          <ac:chgData name="Manish Agrawal" userId="1f6d2647-6235-4a34-bab9-93cff2ec24af" providerId="ADAL" clId="{C687AF16-5786-4043-A4A7-6DA7F14EA444}" dt="2024-11-26T09:53:12.792" v="6954" actId="1076"/>
          <ac:picMkLst>
            <pc:docMk/>
            <pc:sldMk cId="1865631730" sldId="373"/>
            <ac:picMk id="11" creationId="{E32425E4-4D49-2BF9-C9E5-373EE366B851}"/>
          </ac:picMkLst>
        </pc:picChg>
        <pc:picChg chg="add mod ord">
          <ac:chgData name="Manish Agrawal" userId="1f6d2647-6235-4a34-bab9-93cff2ec24af" providerId="ADAL" clId="{C687AF16-5786-4043-A4A7-6DA7F14EA444}" dt="2024-11-26T09:53:18.102" v="6955" actId="1076"/>
          <ac:picMkLst>
            <pc:docMk/>
            <pc:sldMk cId="1865631730" sldId="373"/>
            <ac:picMk id="13" creationId="{D88AC75C-149C-1A33-0731-964445E6BAA4}"/>
          </ac:picMkLst>
        </pc:picChg>
        <pc:picChg chg="add mod ord">
          <ac:chgData name="Manish Agrawal" userId="1f6d2647-6235-4a34-bab9-93cff2ec24af" providerId="ADAL" clId="{C687AF16-5786-4043-A4A7-6DA7F14EA444}" dt="2024-11-26T09:53:01.750" v="6949" actId="1076"/>
          <ac:picMkLst>
            <pc:docMk/>
            <pc:sldMk cId="1865631730" sldId="373"/>
            <ac:picMk id="15" creationId="{31E0554A-4111-DDB5-C52B-F35116CA8151}"/>
          </ac:picMkLst>
        </pc:picChg>
        <pc:picChg chg="add del mod">
          <ac:chgData name="Manish Agrawal" userId="1f6d2647-6235-4a34-bab9-93cff2ec24af" providerId="ADAL" clId="{C687AF16-5786-4043-A4A7-6DA7F14EA444}" dt="2024-11-25T13:21:56.827" v="4799" actId="478"/>
          <ac:picMkLst>
            <pc:docMk/>
            <pc:sldMk cId="1865631730" sldId="373"/>
            <ac:picMk id="17" creationId="{D2B43202-9A3F-8363-BCA7-A3437D3FB03E}"/>
          </ac:picMkLst>
        </pc:picChg>
        <pc:picChg chg="add del mod">
          <ac:chgData name="Manish Agrawal" userId="1f6d2647-6235-4a34-bab9-93cff2ec24af" providerId="ADAL" clId="{C687AF16-5786-4043-A4A7-6DA7F14EA444}" dt="2024-11-25T13:21:56.827" v="4799" actId="478"/>
          <ac:picMkLst>
            <pc:docMk/>
            <pc:sldMk cId="1865631730" sldId="373"/>
            <ac:picMk id="18" creationId="{5645BB1E-EF0B-F81D-B7C1-58D940819C2F}"/>
          </ac:picMkLst>
        </pc:picChg>
      </pc:sldChg>
      <pc:sldChg chg="add del">
        <pc:chgData name="Manish Agrawal" userId="1f6d2647-6235-4a34-bab9-93cff2ec24af" providerId="ADAL" clId="{C687AF16-5786-4043-A4A7-6DA7F14EA444}" dt="2024-11-26T06:01:08.812" v="5896" actId="47"/>
        <pc:sldMkLst>
          <pc:docMk/>
          <pc:sldMk cId="3573593733" sldId="374"/>
        </pc:sldMkLst>
      </pc:sldChg>
      <pc:sldChg chg="add del">
        <pc:chgData name="Manish Agrawal" userId="1f6d2647-6235-4a34-bab9-93cff2ec24af" providerId="ADAL" clId="{C687AF16-5786-4043-A4A7-6DA7F14EA444}" dt="2024-11-26T08:19:56.295" v="6699" actId="2890"/>
        <pc:sldMkLst>
          <pc:docMk/>
          <pc:sldMk cId="3921432164" sldId="374"/>
        </pc:sldMkLst>
      </pc:sldChg>
    </pc:docChg>
  </pc:docChgLst>
  <pc:docChgLst>
    <pc:chgData name="Manish Agrawal" userId="1f6d2647-6235-4a34-bab9-93cff2ec24af" providerId="ADAL" clId="{D7958293-211E-4F66-A107-E2B970F90EC6}"/>
    <pc:docChg chg="addSld modSld sldOrd">
      <pc:chgData name="Manish Agrawal" userId="1f6d2647-6235-4a34-bab9-93cff2ec24af" providerId="ADAL" clId="{D7958293-211E-4F66-A107-E2B970F90EC6}" dt="2024-11-15T14:05:55.917" v="14" actId="20577"/>
      <pc:docMkLst>
        <pc:docMk/>
      </pc:docMkLst>
      <pc:sldChg chg="modSp mod ord">
        <pc:chgData name="Manish Agrawal" userId="1f6d2647-6235-4a34-bab9-93cff2ec24af" providerId="ADAL" clId="{D7958293-211E-4F66-A107-E2B970F90EC6}" dt="2024-11-15T14:05:51.789" v="10"/>
        <pc:sldMkLst>
          <pc:docMk/>
          <pc:sldMk cId="0" sldId="261"/>
        </pc:sldMkLst>
        <pc:picChg chg="mod">
          <ac:chgData name="Manish Agrawal" userId="1f6d2647-6235-4a34-bab9-93cff2ec24af" providerId="ADAL" clId="{D7958293-211E-4F66-A107-E2B970F90EC6}" dt="2024-11-15T13:58:57.450" v="5" actId="1076"/>
          <ac:picMkLst>
            <pc:docMk/>
            <pc:sldMk cId="0" sldId="261"/>
            <ac:picMk id="9" creationId="{6A853F15-D455-36C4-85DF-FCD20F6698EA}"/>
          </ac:picMkLst>
        </pc:picChg>
      </pc:sldChg>
      <pc:sldChg chg="modSp mod">
        <pc:chgData name="Manish Agrawal" userId="1f6d2647-6235-4a34-bab9-93cff2ec24af" providerId="ADAL" clId="{D7958293-211E-4F66-A107-E2B970F90EC6}" dt="2024-11-06T11:50:37.402" v="0" actId="122"/>
        <pc:sldMkLst>
          <pc:docMk/>
          <pc:sldMk cId="301339872" sldId="280"/>
        </pc:sldMkLst>
        <pc:graphicFrameChg chg="modGraphic">
          <ac:chgData name="Manish Agrawal" userId="1f6d2647-6235-4a34-bab9-93cff2ec24af" providerId="ADAL" clId="{D7958293-211E-4F66-A107-E2B970F90EC6}" dt="2024-11-06T11:50:37.402" v="0" actId="122"/>
          <ac:graphicFrameMkLst>
            <pc:docMk/>
            <pc:sldMk cId="301339872" sldId="280"/>
            <ac:graphicFrameMk id="9" creationId="{062EAFF4-D70C-C9D1-AFA9-8262A33E02E3}"/>
          </ac:graphicFrameMkLst>
        </pc:graphicFrameChg>
      </pc:sldChg>
      <pc:sldChg chg="modSp mod">
        <pc:chgData name="Manish Agrawal" userId="1f6d2647-6235-4a34-bab9-93cff2ec24af" providerId="ADAL" clId="{D7958293-211E-4F66-A107-E2B970F90EC6}" dt="2024-11-06T11:53:31.792" v="4" actId="14100"/>
        <pc:sldMkLst>
          <pc:docMk/>
          <pc:sldMk cId="1569036446" sldId="282"/>
        </pc:sldMkLst>
        <pc:picChg chg="mod">
          <ac:chgData name="Manish Agrawal" userId="1f6d2647-6235-4a34-bab9-93cff2ec24af" providerId="ADAL" clId="{D7958293-211E-4F66-A107-E2B970F90EC6}" dt="2024-11-06T11:53:12.010" v="2" actId="1076"/>
          <ac:picMkLst>
            <pc:docMk/>
            <pc:sldMk cId="1569036446" sldId="282"/>
            <ac:picMk id="7" creationId="{80EF3C6E-79E6-3731-C830-6EF18CE7B682}"/>
          </ac:picMkLst>
        </pc:picChg>
        <pc:picChg chg="mod">
          <ac:chgData name="Manish Agrawal" userId="1f6d2647-6235-4a34-bab9-93cff2ec24af" providerId="ADAL" clId="{D7958293-211E-4F66-A107-E2B970F90EC6}" dt="2024-11-06T11:53:31.792" v="4" actId="14100"/>
          <ac:picMkLst>
            <pc:docMk/>
            <pc:sldMk cId="1569036446" sldId="282"/>
            <ac:picMk id="8" creationId="{5FA41773-6229-B9B0-5C3E-6778239B91E1}"/>
          </ac:picMkLst>
        </pc:picChg>
        <pc:picChg chg="mod">
          <ac:chgData name="Manish Agrawal" userId="1f6d2647-6235-4a34-bab9-93cff2ec24af" providerId="ADAL" clId="{D7958293-211E-4F66-A107-E2B970F90EC6}" dt="2024-11-06T11:53:21.960" v="3" actId="1076"/>
          <ac:picMkLst>
            <pc:docMk/>
            <pc:sldMk cId="1569036446" sldId="282"/>
            <ac:picMk id="9" creationId="{B3715F85-C636-A77D-B61F-49924ADDB600}"/>
          </ac:picMkLst>
        </pc:picChg>
      </pc:sldChg>
      <pc:sldChg chg="modSp add ord">
        <pc:chgData name="Manish Agrawal" userId="1f6d2647-6235-4a34-bab9-93cff2ec24af" providerId="ADAL" clId="{D7958293-211E-4F66-A107-E2B970F90EC6}" dt="2024-11-15T14:05:55.917" v="14" actId="20577"/>
        <pc:sldMkLst>
          <pc:docMk/>
          <pc:sldMk cId="0" sldId="288"/>
        </pc:sldMkLst>
        <pc:spChg chg="mod">
          <ac:chgData name="Manish Agrawal" userId="1f6d2647-6235-4a34-bab9-93cff2ec24af" providerId="ADAL" clId="{D7958293-211E-4F66-A107-E2B970F90EC6}" dt="2024-11-15T14:05:55.917" v="14" actId="20577"/>
          <ac:spMkLst>
            <pc:docMk/>
            <pc:sldMk cId="0" sldId="288"/>
            <ac:spMk id="3" creationId="{A1E1B0DE-59FF-E326-CC1A-C82ABF0BA4B5}"/>
          </ac:spMkLst>
        </pc:spChg>
      </pc:sldChg>
      <pc:sldChg chg="add ord">
        <pc:chgData name="Manish Agrawal" userId="1f6d2647-6235-4a34-bab9-93cff2ec24af" providerId="ADAL" clId="{D7958293-211E-4F66-A107-E2B970F90EC6}" dt="2024-11-15T14:05:47.494" v="8"/>
        <pc:sldMkLst>
          <pc:docMk/>
          <pc:sldMk cId="94999821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4BC50-AA47-2C66-463C-A0449338FF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C6D24-ABFC-9F7E-F726-758684CDF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A9D71-F85B-4115-B6D7-2BC7A1ED38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F446A-A31F-F53A-C9CA-764CB59E55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05872-46CC-D371-26A0-E5562A169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37A81-65A0-428F-931F-BA573ABD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47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Shape 23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1pPr>
    <a:lvl2pPr indent="2286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2pPr>
    <a:lvl3pPr indent="4572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3pPr>
    <a:lvl4pPr indent="6858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4pPr>
    <a:lvl5pPr indent="9144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5pPr>
    <a:lvl6pPr indent="11430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6pPr>
    <a:lvl7pPr indent="13716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7pPr>
    <a:lvl8pPr indent="16002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8pPr>
    <a:lvl9pPr indent="18288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0382-C9C0-83F7-36BF-90CF686E6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50632-5ACE-F638-E600-AF355ADCB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4EFAB-7E5F-2ADB-4D8C-5F36F16C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E4050-C1BF-A905-B549-0E99B019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E9DA4-E509-C3A4-F2B7-AD0926B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8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ACBE-5BBB-8834-E0F6-720E7E31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2B0CE-888D-376D-E85E-8E29FC777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FE7B-0C06-AEB3-8C92-858A2470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9B89-6F88-E54A-D7AF-72DADE73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5250-2A1D-DEA3-1F26-1F94CF8F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5862-CA58-C2CA-779F-8215C0E0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3BDE-14E1-CA8E-0188-215B9FB5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6C37A-FA10-BC50-D6E9-D1435150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4FCB1-9ED8-9BF1-CCE8-26D4DA36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5473-BC38-1482-C8E3-E6E541A1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4923-4890-E516-B724-FC0E1948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6DF1-873D-0257-D604-F8BE73F7C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0A323-C85D-E527-6B00-32E4273A5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6B2C8-86EA-456B-FEA5-AACFA806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C48E7-4A7F-58BD-B451-F3152DA7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604B-F8B9-4153-54D7-B9CBCBF4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3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7E1E-211C-8334-C1A6-C7E58387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62DC-3CFF-C97D-0075-8A8A434D8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53D84-8E6C-46F9-6EC3-34B136ECE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7F2B0-F063-9EF1-BAF8-5BE15BC59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56A6A-1274-A5ED-15D3-D3BE8BF4F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3FF83-9DB3-BFD3-455B-857A31FD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F050E-C62B-9EDC-4BF9-C7942199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6F806-6CFA-EFE4-3580-639D5804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0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5D13-A048-B9F8-1C3F-C3B98079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3D3DB-048F-D602-E667-C11AE127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320DB-E404-56EC-8F17-E97249F7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EC652-5203-98EB-C6B8-26AD4CDE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A61CA-5F86-D521-304C-ABE7C3EF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373A4-28EB-E3E9-D665-DA695D43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64708-C5FE-0448-B1AC-5C989523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D28-7576-26EB-3AE6-0836B0EE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771F-2EA6-D9F3-EEF3-E1A203FA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63427-33DB-FF05-EE73-250F6AB03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E5FAC-7DED-50E4-2722-39D6150E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A88A9-68A8-52A1-20AE-5B1E7ADA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63C8-B177-13EA-2BE4-CD04B85E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9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2D39-EFB4-10FD-0BDE-307A4784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D2592-B112-F8E8-2147-D472AD3A1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3F607-C1ED-3F1D-BB5F-A90022AE8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6CC8E-5F45-CBA5-0AE6-E3B2166D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8C212-C9B9-C1D8-8164-AE9863D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CE217-DB39-CF39-FA00-57E954EB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1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D8D-5843-93D3-F3B9-852EDF40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DA69-C2B0-C4AB-3B22-EB2CB08D3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9612A-C15A-348C-ADE9-83F10EB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5AB37-1DA2-D553-CCA9-E26A720D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FA80-902C-A4A4-F0DF-0352AA82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8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36054-3A1F-A0E3-76DC-925DF6E86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8920-4D7E-CC64-BBB2-ED392C5B5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AB3B4-0F0C-9EA2-3485-A96E922E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F0C23-8A39-1EAB-5D29-C0D301AE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BEF7-71CA-197D-0BE3-4176B0DE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88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51" y="12801600"/>
            <a:ext cx="2437765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1" y="12668632"/>
            <a:ext cx="2437765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1517904"/>
            <a:ext cx="20116800" cy="71323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6000" spc="-1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0102" y="8911240"/>
            <a:ext cx="20116800" cy="2286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4800" cap="all" spc="400" baseline="0">
                <a:solidFill>
                  <a:schemeClr val="tx2"/>
                </a:solidFill>
                <a:latin typeface="+mj-lt"/>
              </a:defRPr>
            </a:lvl1pPr>
            <a:lvl2pPr marL="914400" indent="0" algn="ctr">
              <a:buNone/>
              <a:defRPr sz="4800"/>
            </a:lvl2pPr>
            <a:lvl3pPr marL="1828800" indent="0" algn="ctr">
              <a:buNone/>
              <a:defRPr sz="4800"/>
            </a:lvl3pPr>
            <a:lvl4pPr marL="2743200" indent="0" algn="ctr">
              <a:buNone/>
              <a:defRPr sz="4000"/>
            </a:lvl4pPr>
            <a:lvl5pPr marL="3657600" indent="0" algn="ctr">
              <a:buNone/>
              <a:defRPr sz="4000"/>
            </a:lvl5pPr>
            <a:lvl6pPr marL="4572000" indent="0" algn="ctr">
              <a:buNone/>
              <a:defRPr sz="4000"/>
            </a:lvl6pPr>
            <a:lvl7pPr marL="5486400" indent="0" algn="ctr">
              <a:buNone/>
              <a:defRPr sz="4000"/>
            </a:lvl7pPr>
            <a:lvl8pPr marL="6400800" indent="0" algn="ctr">
              <a:buNone/>
              <a:defRPr sz="4000"/>
            </a:lvl8pPr>
            <a:lvl9pPr marL="73152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5316" y="8686800"/>
            <a:ext cx="197510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06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42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51" y="12801600"/>
            <a:ext cx="2437765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1" y="12668632"/>
            <a:ext cx="2437765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517904"/>
            <a:ext cx="20116800" cy="71323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906256"/>
            <a:ext cx="20116800" cy="2286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4800" cap="all" spc="400" baseline="0">
                <a:solidFill>
                  <a:schemeClr val="tx2"/>
                </a:solidFill>
                <a:latin typeface="+mj-lt"/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5316" y="8686800"/>
            <a:ext cx="197510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759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194560" y="573207"/>
            <a:ext cx="20116800" cy="29015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58" y="3691468"/>
            <a:ext cx="9875520" cy="8046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35840" y="3691470"/>
            <a:ext cx="9875520" cy="8046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082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194560" y="573207"/>
            <a:ext cx="20116800" cy="29015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3692104"/>
            <a:ext cx="9875520" cy="147256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4000" b="0" cap="all" baseline="0">
                <a:solidFill>
                  <a:schemeClr val="tx2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5164668"/>
            <a:ext cx="9875520" cy="675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35840" y="3692104"/>
            <a:ext cx="9875520" cy="147256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4000" b="0" cap="all" baseline="0">
                <a:solidFill>
                  <a:schemeClr val="tx2"/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35840" y="5164668"/>
            <a:ext cx="9875520" cy="675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15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683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51" y="12801600"/>
            <a:ext cx="2437765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1" y="12668632"/>
            <a:ext cx="2437765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697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3" y="0"/>
            <a:ext cx="8101582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080142" y="0"/>
            <a:ext cx="128016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88718"/>
            <a:ext cx="6400800" cy="4572000"/>
          </a:xfrm>
        </p:spPr>
        <p:txBody>
          <a:bodyPr anchor="b">
            <a:normAutofit/>
          </a:bodyPr>
          <a:lstStyle>
            <a:lvl1pPr>
              <a:defRPr sz="7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0" y="1463040"/>
            <a:ext cx="12984480" cy="1051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852160"/>
            <a:ext cx="6400800" cy="675824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3000">
                <a:solidFill>
                  <a:srgbClr val="FFFFFF"/>
                </a:solidFill>
              </a:defRPr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1024" y="12919571"/>
            <a:ext cx="5237020" cy="730250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601200" y="12919571"/>
            <a:ext cx="9296400" cy="7302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324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9906000"/>
            <a:ext cx="24377650" cy="381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1" y="9830152"/>
            <a:ext cx="2437765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0149840"/>
            <a:ext cx="20226528" cy="1645920"/>
          </a:xfrm>
        </p:spPr>
        <p:txBody>
          <a:bodyPr lIns="91440" tIns="0" rIns="91440" bIns="0" anchor="b">
            <a:noAutofit/>
          </a:bodyPr>
          <a:lstStyle>
            <a:lvl1pPr>
              <a:defRPr sz="7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" y="0"/>
            <a:ext cx="24383970" cy="9830152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6400">
                <a:solidFill>
                  <a:schemeClr val="bg1"/>
                </a:solidFill>
              </a:defRPr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0" y="11814046"/>
            <a:ext cx="20226528" cy="118872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3000">
                <a:solidFill>
                  <a:srgbClr val="FFFFFF"/>
                </a:solidFill>
              </a:defRPr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503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129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51" y="12801600"/>
            <a:ext cx="2437765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1" y="12668632"/>
            <a:ext cx="2437765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829557"/>
            <a:ext cx="5257800" cy="115148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829556"/>
            <a:ext cx="15468600" cy="1151484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89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1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905000" y="8763078"/>
            <a:ext cx="17363910" cy="841256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4800" b="0" i="0">
                <a:solidFill>
                  <a:srgbClr val="FFFFFF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Subtitle</a:t>
            </a:r>
          </a:p>
        </p:txBody>
      </p:sp>
      <p:sp>
        <p:nvSpPr>
          <p:cNvPr id="17" name="Date, Year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9223887" y="11796353"/>
            <a:ext cx="3869779" cy="63697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2438338">
              <a:lnSpc>
                <a:spcPct val="8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Date, Year</a:t>
            </a:r>
          </a:p>
        </p:txBody>
      </p:sp>
      <p:sp>
        <p:nvSpPr>
          <p:cNvPr id="18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905000" y="5521249"/>
            <a:ext cx="19412009" cy="3250045"/>
          </a:xfrm>
          <a:prstGeom prst="rect">
            <a:avLst/>
          </a:prstGeom>
        </p:spPr>
        <p:txBody>
          <a:bodyPr anchor="b"/>
          <a:lstStyle>
            <a:lvl1pPr>
              <a:defRPr b="1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Presentation Title</a:t>
            </a:r>
          </a:p>
        </p:txBody>
      </p:sp>
      <p:sp>
        <p:nvSpPr>
          <p:cNvPr id="19" name="Presented By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05000" y="11796353"/>
            <a:ext cx="5874100" cy="63697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2438338">
              <a:lnSpc>
                <a:spcPct val="80000"/>
              </a:lnSpc>
              <a:defRPr sz="2400" b="0" i="0">
                <a:solidFill>
                  <a:srgbClr val="FFFFFF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Presented By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4053" y="12845998"/>
            <a:ext cx="364397" cy="355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54247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905000" y="2757169"/>
            <a:ext cx="21971000" cy="76423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b="0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120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905000" y="1270000"/>
            <a:ext cx="21971000" cy="1270000"/>
          </a:xfrm>
          <a:prstGeom prst="rect">
            <a:avLst/>
          </a:prstGeom>
        </p:spPr>
        <p:txBody>
          <a:bodyPr/>
          <a:lstStyle>
            <a:lvl1pPr>
              <a:defRPr sz="7200" b="1" i="0">
                <a:latin typeface="Archivo" pitchFamily="2" charset="77"/>
                <a:ea typeface="+mn-ea"/>
                <a:cs typeface="Archivo" pitchFamily="2" charset="77"/>
                <a:sym typeface="Archivo SemiBold Bold"/>
              </a:defRPr>
            </a:lvl1pPr>
          </a:lstStyle>
          <a:p>
            <a:pPr defTabSz="914400"/>
            <a:r>
              <a:rPr dirty="0"/>
              <a:t>Slide Title</a:t>
            </a:r>
          </a:p>
        </p:txBody>
      </p:sp>
      <p:sp>
        <p:nvSpPr>
          <p:cNvPr id="121" name="Body Text"/>
          <p:cNvSpPr txBox="1">
            <a:spLocks noGrp="1"/>
          </p:cNvSpPr>
          <p:nvPr>
            <p:ph type="body" idx="23" hasCustomPrompt="1"/>
          </p:nvPr>
        </p:nvSpPr>
        <p:spPr>
          <a:xfrm>
            <a:off x="1905000" y="3702400"/>
            <a:ext cx="21971000" cy="8765785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Body Text</a:t>
            </a:r>
          </a:p>
        </p:txBody>
      </p: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0880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64A85-CF19-86FF-9F06-A9F4AF57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D3B6D-02DA-F0D0-F76E-0D7DD82CA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2A118-3F64-4A07-15BC-3C67FC68B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FC5E-8862-36C2-75A0-8BD585299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0E94F-D121-006F-012B-F72D856D2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5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12801600"/>
            <a:ext cx="2438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12668632"/>
            <a:ext cx="24384002" cy="131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573207"/>
            <a:ext cx="20116800" cy="2901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3691468"/>
            <a:ext cx="20116800" cy="80467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FFFFFF"/>
                </a:solidFill>
              </a:defRPr>
            </a:lvl1pPr>
          </a:lstStyle>
          <a:p>
            <a:fld id="{F4C0C698-52AD-4EE2-8BBD-9296B090FC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0">
                <a:solidFill>
                  <a:srgbClr val="FFFFFF"/>
                </a:solidFill>
              </a:defRPr>
            </a:lvl1pPr>
          </a:lstStyle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387064" y="3475690"/>
            <a:ext cx="199339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5D73C19F-842D-C282-0389-86B389551A8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162" y="579475"/>
            <a:ext cx="3700519" cy="7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3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</p:sldLayoutIdLst>
  <p:txStyles>
    <p:titleStyle>
      <a:lvl1pPr algn="l" defTabSz="1828800" rtl="0" eaLnBrk="1" latinLnBrk="0" hangingPunct="1">
        <a:lnSpc>
          <a:spcPct val="85000"/>
        </a:lnSpc>
        <a:spcBef>
          <a:spcPct val="0"/>
        </a:spcBef>
        <a:buNone/>
        <a:defRPr sz="9600" kern="1200" spc="-1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1828800" rtl="0" eaLnBrk="1" latinLnBrk="0" hangingPunct="1">
        <a:lnSpc>
          <a:spcPct val="90000"/>
        </a:lnSpc>
        <a:spcBef>
          <a:spcPts val="2400"/>
        </a:spcBef>
        <a:spcAft>
          <a:spcPts val="4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4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68096" indent="-36576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33856" indent="-36576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99616" indent="-36576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65376" indent="-36576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200000" indent="-45720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600000" indent="-45720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000000" indent="-45720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400000" indent="-457200" algn="l" defTabSz="1828800" rtl="0" eaLnBrk="1" latinLnBrk="0" hangingPunct="1">
        <a:lnSpc>
          <a:spcPct val="90000"/>
        </a:lnSpc>
        <a:spcBef>
          <a:spcPts val="400"/>
        </a:spcBef>
        <a:spcAft>
          <a:spcPts val="8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production-of-coal-tar-on-industrial-scale/43778842" TargetMode="Externa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usgs.gov/media/images/flow-diagram-coal-coal-tar-pitch-process" TargetMode="Externa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oudharytar.com/#products" TargetMode="External"/><Relationship Id="rId7" Type="http://schemas.openxmlformats.org/officeDocument/2006/relationships/hyperlink" Target="https://ibmd.tatasteel.com/products/coal-tar/?utm_source" TargetMode="External"/><Relationship Id="rId2" Type="http://schemas.openxmlformats.org/officeDocument/2006/relationships/hyperlink" Target="https://www.himadri.com/col-tar-pitch.php?utm_source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www.vanajaa.com/coal-tar-pitch.html?utm_source" TargetMode="External"/><Relationship Id="rId5" Type="http://schemas.openxmlformats.org/officeDocument/2006/relationships/hyperlink" Target="https://www.ctpitchkonark.com/coal-tar-pitch.html" TargetMode="External"/><Relationship Id="rId4" Type="http://schemas.openxmlformats.org/officeDocument/2006/relationships/hyperlink" Target="https://shreeshyamchemicals.com/coal-tar-pitch.php?utm_sourc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pubs.usgs.gov/fs/2016/3017/fs20163017.pdf" TargetMode="Externa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3A3849-DD4B-CAA3-5A4A-E9C7D67C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resentation Title">
            <a:extLst>
              <a:ext uri="{FF2B5EF4-FFF2-40B4-BE49-F238E27FC236}">
                <a16:creationId xmlns:a16="http://schemas.microsoft.com/office/drawing/2014/main" id="{AD37364E-84E1-458C-8C80-785081D8B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963" y="7082117"/>
            <a:ext cx="19412009" cy="125505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nb-NO" sz="6600" spc="33" dirty="0">
                <a:solidFill>
                  <a:schemeClr val="tx1"/>
                </a:solidFill>
                <a:latin typeface="Montserrat" panose="00000500000000000000" pitchFamily="50" charset="0"/>
              </a:rPr>
              <a:t>Coal Tar</a:t>
            </a:r>
            <a:endParaRPr sz="6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1940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r>
              <a:rPr lang="en-US" sz="6100" b="1" spc="33" dirty="0">
                <a:solidFill>
                  <a:srgbClr val="024CA1"/>
                </a:solidFill>
                <a:latin typeface="Archivo"/>
              </a:rPr>
              <a:t>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B0DE-59FF-E326-CC1A-C82ABF0BA4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05000" y="3526971"/>
            <a:ext cx="20483945" cy="830673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About Coal Tar</a:t>
            </a:r>
          </a:p>
          <a:p>
            <a:pPr marL="457200" indent="-457200"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Making Process</a:t>
            </a:r>
          </a:p>
          <a:p>
            <a:pPr marL="457200" indent="-457200"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Uses of Coal Tar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Coal Tar Pitch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Export Import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Manufacturers and Suppliers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Effects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2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CF9B9A-F692-320E-D0F9-6E9ED018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3D0B11BB-628B-F72B-7A32-470B8F23406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20000"/>
          </a:bodyPr>
          <a:lstStyle/>
          <a:p>
            <a:pPr defTabSz="914400"/>
            <a:r>
              <a:rPr lang="en-US" sz="6100" b="1" spc="33" dirty="0">
                <a:latin typeface="Archivo"/>
                <a:ea typeface="+mj-ea"/>
                <a:cs typeface="+mj-cs"/>
              </a:rPr>
              <a:t>About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77E67AE4-6A35-21DA-E385-844EDFF09BD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85B8C-FDB8-20B1-ADA6-464B97264FFF}"/>
              </a:ext>
            </a:extLst>
          </p:cNvPr>
          <p:cNvSpPr txBox="1"/>
          <p:nvPr/>
        </p:nvSpPr>
        <p:spPr>
          <a:xfrm>
            <a:off x="1683327" y="3535368"/>
            <a:ext cx="14277109" cy="8363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Definition: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Coal tar is a thick, black, viscous liquid obtained as a byproduct during the production of coke from coal in steel manufacturing.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HS Code 27060010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Composition: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It contains a complex mixture of hydrocarbons, including benzene, toluene, naphthalene, and phenols.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Uses: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It is used in making dyes, medicines, waterproofing materials, and as a base for road tar and asphalt.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Health &amp; Safety: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Coal tar can be toxic and carcinogenic, requiring careful handling in industrial and medicinal applications.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Global Production: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Major producers include China, India, the USA, and European countries, with widespread industrial demand.</a:t>
            </a:r>
          </a:p>
        </p:txBody>
      </p:sp>
      <p:pic>
        <p:nvPicPr>
          <p:cNvPr id="1033" name="Picture 9" descr="Dehydrated Coal Tar">
            <a:extLst>
              <a:ext uri="{FF2B5EF4-FFF2-40B4-BE49-F238E27FC236}">
                <a16:creationId xmlns:a16="http://schemas.microsoft.com/office/drawing/2014/main" id="{D3D7EDF5-431B-022A-7723-3BDD7A642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904" y="2540000"/>
            <a:ext cx="4379769" cy="412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oal Tar Suppliers in India | IBMD ...">
            <a:extLst>
              <a:ext uri="{FF2B5EF4-FFF2-40B4-BE49-F238E27FC236}">
                <a16:creationId xmlns:a16="http://schemas.microsoft.com/office/drawing/2014/main" id="{AF099ED8-079B-9157-4256-8DCF82CA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904" y="7053865"/>
            <a:ext cx="4379769" cy="412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9440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F7D7A-640E-7461-8670-93626189D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05000" y="1302328"/>
            <a:ext cx="21971000" cy="11165858"/>
          </a:xfrm>
        </p:spPr>
        <p:txBody>
          <a:bodyPr>
            <a:normAutofit fontScale="47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Specific gravity ranges from 1.12 to 1.20, increasing with carbonization temperature.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Flashpoint: 105–125°C, water solubility &lt;0.2%.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Major Components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Aromatic hydrocarbons (benzene, toluene, xylene, naphthalene, anthracene).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Phenolic compounds (phenol, cresol, xylenol).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Nitrogen compounds (pyridine, quinoline).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Effect of Temperature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Low-temp tar contains more paraffins, olefins, and nitrogen in aniline form.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High-temp tar is richer in benzene, naphthalene, anthracene, and pyridine bases.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Coal Tar Distillates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Carbolic Oil (150–210°C) – Contains phenols and aromatic hydrocarbons.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Naphthalene Oil (210–220°C) – Rich in naphthalene, phenolic compounds.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Creosote Oil (230–290°C) – Contains anthracene, naphthalene, and phenol derivatives.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Anthracene Oil (300–450°C) – Rich in polycyclic hydrocarbons like phenanthrene.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Coal Tar Pitch – A solid residue used in industrial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0979692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ECBD16-FFC6-7470-6984-0DB2F5FB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435A14A0-EA48-12A5-E636-6FADC7A4D06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938813" y="1401760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defTabSz="914400"/>
            <a:r>
              <a:rPr lang="en-US" sz="6100" spc="33" dirty="0">
                <a:latin typeface="Archivo"/>
                <a:ea typeface="+mj-ea"/>
                <a:cs typeface="+mj-cs"/>
              </a:rPr>
              <a:t>Making Process of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8BD44292-4D78-71E3-8821-94E3596D1D6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6EEC4-60A2-7B3A-6C53-6EF1E75197B8}"/>
              </a:ext>
            </a:extLst>
          </p:cNvPr>
          <p:cNvSpPr/>
          <p:nvPr/>
        </p:nvSpPr>
        <p:spPr>
          <a:xfrm>
            <a:off x="8105136" y="4624864"/>
            <a:ext cx="4211782" cy="1579920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Coke Oven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267018-F300-019B-F170-683BC9DCD99A}"/>
              </a:ext>
            </a:extLst>
          </p:cNvPr>
          <p:cNvSpPr/>
          <p:nvPr/>
        </p:nvSpPr>
        <p:spPr>
          <a:xfrm>
            <a:off x="10233517" y="8263483"/>
            <a:ext cx="4211782" cy="4534575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Tar</a:t>
            </a: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 (30 – 45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Ammonium Sulphate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(9 – 12 kg)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Ammonium Liquor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(56 – 132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Light oil (9.4 – 15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D96F17-A293-356A-E6AF-441159A33D2B}"/>
              </a:ext>
            </a:extLst>
          </p:cNvPr>
          <p:cNvSpPr/>
          <p:nvPr/>
        </p:nvSpPr>
        <p:spPr>
          <a:xfrm>
            <a:off x="5719035" y="8248923"/>
            <a:ext cx="4211782" cy="305724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Coke Oven 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Gas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(269 – 325 cubic meters)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51B1EF-6AC9-2019-0916-3FA3581FB4C0}"/>
              </a:ext>
            </a:extLst>
          </p:cNvPr>
          <p:cNvSpPr/>
          <p:nvPr/>
        </p:nvSpPr>
        <p:spPr>
          <a:xfrm>
            <a:off x="14423094" y="5621765"/>
            <a:ext cx="4211782" cy="108747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Coke Breeze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(45 – 90 kg)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4739C8-D355-642A-2B63-B5042B7AFDA3}"/>
              </a:ext>
            </a:extLst>
          </p:cNvPr>
          <p:cNvSpPr/>
          <p:nvPr/>
        </p:nvSpPr>
        <p:spPr>
          <a:xfrm>
            <a:off x="14423094" y="3583240"/>
            <a:ext cx="4211782" cy="108747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Blast Furnace Coke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(544 – 635 kg)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37" name="Arrow: Left-Up 36">
            <a:extLst>
              <a:ext uri="{FF2B5EF4-FFF2-40B4-BE49-F238E27FC236}">
                <a16:creationId xmlns:a16="http://schemas.microsoft.com/office/drawing/2014/main" id="{0FCEFBE7-E062-FBBC-003B-9A97DD407BB0}"/>
              </a:ext>
            </a:extLst>
          </p:cNvPr>
          <p:cNvSpPr/>
          <p:nvPr/>
        </p:nvSpPr>
        <p:spPr>
          <a:xfrm rot="13420361">
            <a:off x="8868371" y="6519955"/>
            <a:ext cx="2438400" cy="2310928"/>
          </a:xfrm>
          <a:prstGeom prst="leftUp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38" name="Arrow: Left-Up 37">
            <a:extLst>
              <a:ext uri="{FF2B5EF4-FFF2-40B4-BE49-F238E27FC236}">
                <a16:creationId xmlns:a16="http://schemas.microsoft.com/office/drawing/2014/main" id="{A99611CB-D0A3-00FB-9D9C-6FDD4DF877B5}"/>
              </a:ext>
            </a:extLst>
          </p:cNvPr>
          <p:cNvSpPr/>
          <p:nvPr/>
        </p:nvSpPr>
        <p:spPr>
          <a:xfrm rot="8007470">
            <a:off x="12545570" y="3992171"/>
            <a:ext cx="2438400" cy="2361724"/>
          </a:xfrm>
          <a:prstGeom prst="leftUp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7E4A82-75F3-0E4C-6070-CF1A92DEF054}"/>
              </a:ext>
            </a:extLst>
          </p:cNvPr>
          <p:cNvSpPr/>
          <p:nvPr/>
        </p:nvSpPr>
        <p:spPr>
          <a:xfrm>
            <a:off x="1938813" y="4624864"/>
            <a:ext cx="4211782" cy="1579920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1 ton of coal yields</a:t>
            </a: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BB0E742-A287-3FE7-3E6D-14EFBE2926EC}"/>
              </a:ext>
            </a:extLst>
          </p:cNvPr>
          <p:cNvSpPr/>
          <p:nvPr/>
        </p:nvSpPr>
        <p:spPr>
          <a:xfrm>
            <a:off x="6515432" y="4898948"/>
            <a:ext cx="1376502" cy="1031751"/>
          </a:xfrm>
          <a:prstGeom prst="right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</a:pPr>
            <a:endParaRPr lang="en-IN" sz="3200">
              <a:solidFill>
                <a:srgbClr val="FFFFFF"/>
              </a:solidFill>
              <a:latin typeface="Archivo SemiBold Regula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2902B8-1DD1-7144-F1C8-B8E04B9BC33B}"/>
              </a:ext>
            </a:extLst>
          </p:cNvPr>
          <p:cNvSpPr txBox="1"/>
          <p:nvPr/>
        </p:nvSpPr>
        <p:spPr>
          <a:xfrm>
            <a:off x="14464932" y="12661153"/>
            <a:ext cx="980585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https://www.slideshare.net/slideshow/production-of-coal-tar-on-industrial-scale/43778842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888925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8626-0DE1-45FA-3B26-DD6B9E69AA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05000" y="2687782"/>
            <a:ext cx="20151436" cy="9780403"/>
          </a:xfrm>
        </p:spPr>
        <p:txBody>
          <a:bodyPr>
            <a:normAutofit fontScale="925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When coal is heated to make coke (a process called </a:t>
            </a: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destructive distillation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), several byproducts are created. The main byproducts of this process are: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Coke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This is the solid, carbon-rich material that is left after heating coal. It’s used as a fuel and in steel production.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Coal Tar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dark, thick liquid used in industries like paving and as a source of chemicals.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Ammonia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gas that is condensed into a liquid and used in fertilizer production.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Methane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type of gas that can be used as fuel.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Coal Gas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mixture of gases (including hydrogen, methane, and carbon monoxide) that can be used for heating and lighting.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Sulphur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Often found in coal as sulphur compounds, it can be extracted and turned into sulfuric acid.</a:t>
            </a:r>
          </a:p>
          <a:p>
            <a:endParaRPr lang="en-IN" dirty="0">
              <a:latin typeface="Archivo" pitchFamily="2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6085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1EE718-C09A-F211-235C-EAE108FB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4BFD1A48-B570-A7C6-BFB9-8B99D67F9388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402079" y="1377577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pPr defTabSz="914400"/>
            <a:r>
              <a:rPr lang="en-US" sz="6100" b="1" spc="33" dirty="0">
                <a:latin typeface="Archivo"/>
                <a:ea typeface="+mj-ea"/>
                <a:cs typeface="+mj-cs"/>
              </a:rPr>
              <a:t>Making Process of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C71FFFC2-7FB6-DD6B-97A5-3AD1713C3B9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D6B70-C148-FD1B-310D-6B408897DE04}"/>
              </a:ext>
            </a:extLst>
          </p:cNvPr>
          <p:cNvSpPr txBox="1"/>
          <p:nvPr/>
        </p:nvSpPr>
        <p:spPr>
          <a:xfrm>
            <a:off x="1402079" y="3089424"/>
            <a:ext cx="11831452" cy="8465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Coking Process: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Coal is heated at ~1,000°C in coke ovens without air, releasing gases and vapours.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Collection: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Vapours cool and condense into coal tar, with other byproducts like ammonia and benzol.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Distillation: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Coal tar is separated into light, middle, heavy oils, and pitch based on boiling points.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Refinement: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Extracted chemicals like benzene, toluene, and naphthalene; pitch used in various industries.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B4870-C6AB-3C37-36CE-42ADD158BC10}"/>
              </a:ext>
            </a:extLst>
          </p:cNvPr>
          <p:cNvSpPr txBox="1"/>
          <p:nvPr/>
        </p:nvSpPr>
        <p:spPr>
          <a:xfrm>
            <a:off x="14464932" y="12661153"/>
            <a:ext cx="980585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https://www.usgs.gov/media/images/flow-diagram-coal-coal-tar-pitch-process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pic>
        <p:nvPicPr>
          <p:cNvPr id="2052" name="Picture 4" descr="Diagram describing coal tar process">
            <a:extLst>
              <a:ext uri="{FF2B5EF4-FFF2-40B4-BE49-F238E27FC236}">
                <a16:creationId xmlns:a16="http://schemas.microsoft.com/office/drawing/2014/main" id="{75A33A32-3CB6-8A80-DE39-241692DD7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1255" y="3407972"/>
            <a:ext cx="8805506" cy="60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6847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D6C7F1-67C8-351F-6793-2DB9DDD04A67}"/>
              </a:ext>
            </a:extLst>
          </p:cNvPr>
          <p:cNvSpPr/>
          <p:nvPr/>
        </p:nvSpPr>
        <p:spPr>
          <a:xfrm>
            <a:off x="9877367" y="1896583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543A4-F32C-D83F-0FE3-EED45FAD6BD3}"/>
              </a:ext>
            </a:extLst>
          </p:cNvPr>
          <p:cNvSpPr/>
          <p:nvPr/>
        </p:nvSpPr>
        <p:spPr>
          <a:xfrm>
            <a:off x="1953444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 Pitch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A2B81-F6DD-BD5E-12CB-2FCFA4C60627}"/>
              </a:ext>
            </a:extLst>
          </p:cNvPr>
          <p:cNvSpPr/>
          <p:nvPr/>
        </p:nvSpPr>
        <p:spPr>
          <a:xfrm>
            <a:off x="1472368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Anthracene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AFA15B-C964-322B-5355-42CE55BD3C9E}"/>
              </a:ext>
            </a:extLst>
          </p:cNvPr>
          <p:cNvSpPr/>
          <p:nvPr/>
        </p:nvSpPr>
        <p:spPr>
          <a:xfrm>
            <a:off x="987736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Wash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631123-82ED-609B-9EF4-BE371CDEFAC6}"/>
              </a:ext>
            </a:extLst>
          </p:cNvPr>
          <p:cNvSpPr/>
          <p:nvPr/>
        </p:nvSpPr>
        <p:spPr>
          <a:xfrm>
            <a:off x="506152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Naphthalene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75C32-24A3-0BF0-5E36-627B0877237C}"/>
              </a:ext>
            </a:extLst>
          </p:cNvPr>
          <p:cNvSpPr/>
          <p:nvPr/>
        </p:nvSpPr>
        <p:spPr>
          <a:xfrm>
            <a:off x="24568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Naphtha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3137E-B483-90F3-5111-CA29DA76C880}"/>
              </a:ext>
            </a:extLst>
          </p:cNvPr>
          <p:cNvSpPr/>
          <p:nvPr/>
        </p:nvSpPr>
        <p:spPr>
          <a:xfrm>
            <a:off x="14723687" y="7537174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Reaction Product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B0FD1-A38D-486A-27C5-D7060E82F340}"/>
              </a:ext>
            </a:extLst>
          </p:cNvPr>
          <p:cNvSpPr/>
          <p:nvPr/>
        </p:nvSpPr>
        <p:spPr>
          <a:xfrm>
            <a:off x="14741698" y="10086927"/>
            <a:ext cx="4480560" cy="1087477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Anthracene oil based pitched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5D499-102C-AB78-43F2-9EA6B4A82E33}"/>
              </a:ext>
            </a:extLst>
          </p:cNvPr>
          <p:cNvSpPr/>
          <p:nvPr/>
        </p:nvSpPr>
        <p:spPr>
          <a:xfrm>
            <a:off x="9877367" y="3185052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Distillation &lt; 400-degree Celsius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B7A95B-A748-A63D-022E-8625D4878DD9}"/>
              </a:ext>
            </a:extLst>
          </p:cNvPr>
          <p:cNvSpPr/>
          <p:nvPr/>
        </p:nvSpPr>
        <p:spPr>
          <a:xfrm>
            <a:off x="14723687" y="8676002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Thermal treatment + distillation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0308A8-CD0A-7E39-F089-3508A982D940}"/>
              </a:ext>
            </a:extLst>
          </p:cNvPr>
          <p:cNvSpPr/>
          <p:nvPr/>
        </p:nvSpPr>
        <p:spPr>
          <a:xfrm>
            <a:off x="14723687" y="6177600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Thermal Oxidative Condensation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79AAFF-A463-8ABE-AE95-849938935CCE}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12117647" y="2491618"/>
            <a:ext cx="0" cy="69343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B5D9A4-27A8-63F5-00E8-8B6BE259B131}"/>
              </a:ext>
            </a:extLst>
          </p:cNvPr>
          <p:cNvCxnSpPr>
            <a:stCxn id="14" idx="2"/>
            <a:endCxn id="8" idx="0"/>
          </p:cNvCxnSpPr>
          <p:nvPr/>
        </p:nvCxnSpPr>
        <p:spPr>
          <a:xfrm>
            <a:off x="12117647" y="4272529"/>
            <a:ext cx="0" cy="93251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861CAB-0903-3011-6667-E1B710ADAC7D}"/>
              </a:ext>
            </a:extLst>
          </p:cNvPr>
          <p:cNvCxnSpPr>
            <a:cxnSpLocks/>
          </p:cNvCxnSpPr>
          <p:nvPr/>
        </p:nvCxnSpPr>
        <p:spPr>
          <a:xfrm>
            <a:off x="2471351" y="4808653"/>
            <a:ext cx="19671957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E59599-1582-73C9-6677-8A201858AB15}"/>
              </a:ext>
            </a:extLst>
          </p:cNvPr>
          <p:cNvCxnSpPr>
            <a:endCxn id="10" idx="0"/>
          </p:cNvCxnSpPr>
          <p:nvPr/>
        </p:nvCxnSpPr>
        <p:spPr>
          <a:xfrm>
            <a:off x="2471351" y="4808653"/>
            <a:ext cx="14616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63269C-57A3-1DDA-45E5-784D7C09CAB8}"/>
              </a:ext>
            </a:extLst>
          </p:cNvPr>
          <p:cNvCxnSpPr>
            <a:endCxn id="9" idx="0"/>
          </p:cNvCxnSpPr>
          <p:nvPr/>
        </p:nvCxnSpPr>
        <p:spPr>
          <a:xfrm>
            <a:off x="7286017" y="4808653"/>
            <a:ext cx="15790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98B57AC-38D5-2936-D154-72E49AD7063D}"/>
              </a:ext>
            </a:extLst>
          </p:cNvPr>
          <p:cNvCxnSpPr>
            <a:endCxn id="7" idx="0"/>
          </p:cNvCxnSpPr>
          <p:nvPr/>
        </p:nvCxnSpPr>
        <p:spPr>
          <a:xfrm flipH="1">
            <a:off x="16963967" y="4808653"/>
            <a:ext cx="1071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40CB1A-E6F4-197A-1766-90BD0080A3C1}"/>
              </a:ext>
            </a:extLst>
          </p:cNvPr>
          <p:cNvCxnSpPr/>
          <p:nvPr/>
        </p:nvCxnSpPr>
        <p:spPr>
          <a:xfrm>
            <a:off x="22143308" y="4808653"/>
            <a:ext cx="0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CD2141-ACE2-6C2E-CE2D-DD045DAD1192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>
            <a:off x="16963967" y="7265077"/>
            <a:ext cx="0" cy="27209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DC2339-5C3D-0F26-9CF5-79C8EFD72303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16963967" y="8132209"/>
            <a:ext cx="0" cy="543793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ED9AD2-FCB0-965A-C49B-47E8D26FB626}"/>
              </a:ext>
            </a:extLst>
          </p:cNvPr>
          <p:cNvCxnSpPr>
            <a:stCxn id="15" idx="2"/>
            <a:endCxn id="12" idx="0"/>
          </p:cNvCxnSpPr>
          <p:nvPr/>
        </p:nvCxnSpPr>
        <p:spPr>
          <a:xfrm>
            <a:off x="16963967" y="9763479"/>
            <a:ext cx="18011" cy="32344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50DD539-8EE4-F808-5964-0B8769DB289D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16963967" y="5800081"/>
            <a:ext cx="0" cy="3775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733210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6EB428-DD68-FCE8-7E3A-B1E4BE9405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GB" dirty="0"/>
              <a:t>Recovery Coke Oven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BB6BD-D21B-3704-3070-C1A1A92C4D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en-GB" dirty="0"/>
              <a:t>Extra Data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3FE45-9C94-D638-6FFE-F59C75F0312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905000" y="3702400"/>
            <a:ext cx="9926782" cy="8765785"/>
          </a:xfrm>
        </p:spPr>
        <p:txBody>
          <a:bodyPr>
            <a:normAutofit fontScale="62500" lnSpcReduction="20000"/>
          </a:bodyPr>
          <a:lstStyle/>
          <a:p>
            <a:r>
              <a:rPr lang="en-GB" sz="3600" dirty="0"/>
              <a:t>There are selective Plants that make coal tar.</a:t>
            </a:r>
          </a:p>
          <a:p>
            <a:endParaRPr lang="en-GB" sz="3600" dirty="0"/>
          </a:p>
          <a:p>
            <a:r>
              <a:rPr lang="en-GB" sz="3600" dirty="0"/>
              <a:t>PSUs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err="1"/>
              <a:t>Bhilai</a:t>
            </a:r>
            <a:r>
              <a:rPr lang="en-GB" sz="3600" dirty="0"/>
              <a:t>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Rourkela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Bokaro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NMDC etc.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r>
              <a:rPr lang="en-IN" sz="3600" dirty="0"/>
              <a:t>Private Companies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Tata Steel BSL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JSPL </a:t>
            </a:r>
            <a:r>
              <a:rPr lang="en-IN" sz="3600" dirty="0" err="1"/>
              <a:t>Angul</a:t>
            </a: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JSW Bellary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JSW </a:t>
            </a:r>
            <a:r>
              <a:rPr lang="en-GB" sz="3600" dirty="0" err="1"/>
              <a:t>Dolvi</a:t>
            </a:r>
            <a:r>
              <a:rPr lang="en-GB" sz="3600" dirty="0"/>
              <a:t> Works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Bhushan Power and Steel limited Works (JSW)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JSL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8761E-7480-1F95-86F6-A1A8AF1723BF}"/>
              </a:ext>
            </a:extLst>
          </p:cNvPr>
          <p:cNvSpPr/>
          <p:nvPr/>
        </p:nvSpPr>
        <p:spPr>
          <a:xfrm>
            <a:off x="14630398" y="6312175"/>
            <a:ext cx="8395855" cy="157992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 Monthly Production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1lakh ton / month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1.2 </a:t>
            </a:r>
            <a:r>
              <a:rPr kumimoji="0" lang="en-IN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MnT</a:t>
            </a: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– Market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BC7AF7-1380-EB2D-3A63-84AC835B64FB}"/>
              </a:ext>
            </a:extLst>
          </p:cNvPr>
          <p:cNvSpPr/>
          <p:nvPr/>
        </p:nvSpPr>
        <p:spPr>
          <a:xfrm>
            <a:off x="13785271" y="3738569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Price 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73DA6F-5998-F521-F161-F9F48A8CA331}"/>
              </a:ext>
            </a:extLst>
          </p:cNvPr>
          <p:cNvSpPr/>
          <p:nvPr/>
        </p:nvSpPr>
        <p:spPr>
          <a:xfrm>
            <a:off x="19562616" y="3738568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Auction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1C7D55-E60B-CA62-9B0D-26F547493825}"/>
              </a:ext>
            </a:extLst>
          </p:cNvPr>
          <p:cNvCxnSpPr/>
          <p:nvPr/>
        </p:nvCxnSpPr>
        <p:spPr>
          <a:xfrm>
            <a:off x="17553708" y="4036086"/>
            <a:ext cx="166254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4900428-16B3-4E52-3805-D52BE56645C4}"/>
              </a:ext>
            </a:extLst>
          </p:cNvPr>
          <p:cNvSpPr/>
          <p:nvPr/>
        </p:nvSpPr>
        <p:spPr>
          <a:xfrm>
            <a:off x="19562616" y="4735741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</a:pPr>
            <a:r>
              <a:rPr lang="en-IN" sz="3200" dirty="0"/>
              <a:t>M Junction</a:t>
            </a:r>
          </a:p>
        </p:txBody>
      </p:sp>
    </p:spTree>
    <p:extLst>
      <p:ext uri="{BB962C8B-B14F-4D97-AF65-F5344CB8AC3E}">
        <p14:creationId xmlns:p14="http://schemas.microsoft.com/office/powerpoint/2010/main" val="31653559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C3E37-7B23-E749-03C8-5197BF3A3E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Uses of Coal Tar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C17743-C934-BBB1-C5BD-D77D32243E1C}"/>
              </a:ext>
            </a:extLst>
          </p:cNvPr>
          <p:cNvSpPr>
            <a:spLocks noGrp="1" noChangeArrowheads="1"/>
          </p:cNvSpPr>
          <p:nvPr>
            <p:ph type="body" sz="quarter" idx="22"/>
          </p:nvPr>
        </p:nvSpPr>
        <p:spPr bwMode="auto">
          <a:xfrm>
            <a:off x="1905000" y="3463778"/>
            <a:ext cx="10287000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Pavement Sealant: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Used for asphalt sealing to enhance durability.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Medical Use: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Treats skin conditions like psoriasis and eczema.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Dye &amp; Chemical Production: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Key ingredient in synthetic dyes and perfumes.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Wood Preservation: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Protects wood from decay and insect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Fuel Source: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Used in industrial processes due to high carbon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pic>
        <p:nvPicPr>
          <p:cNvPr id="1027" name="Picture 3" descr="Bill Would Let Illinois Cities ...">
            <a:extLst>
              <a:ext uri="{FF2B5EF4-FFF2-40B4-BE49-F238E27FC236}">
                <a16:creationId xmlns:a16="http://schemas.microsoft.com/office/drawing/2014/main" id="{AFBC5CBA-BAA1-4AF2-CB1B-2EB15689C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9114" y="3956220"/>
            <a:ext cx="5164478" cy="29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edicated Coal Tar Topical Solution ...">
            <a:extLst>
              <a:ext uri="{FF2B5EF4-FFF2-40B4-BE49-F238E27FC236}">
                <a16:creationId xmlns:a16="http://schemas.microsoft.com/office/drawing/2014/main" id="{E7028DAD-DAFF-FE7E-AB35-371AF5F1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706" y="3956220"/>
            <a:ext cx="3669355" cy="366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oal Tar Dye - an overview ...">
            <a:extLst>
              <a:ext uri="{FF2B5EF4-FFF2-40B4-BE49-F238E27FC236}">
                <a16:creationId xmlns:a16="http://schemas.microsoft.com/office/drawing/2014/main" id="{6F0F8E3F-13DF-FB0F-3E4C-79BFB7866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9530" y="8305425"/>
            <a:ext cx="9575929" cy="35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 descr="Bill Would Let Illinois Cities ...">
            <a:extLst>
              <a:ext uri="{FF2B5EF4-FFF2-40B4-BE49-F238E27FC236}">
                <a16:creationId xmlns:a16="http://schemas.microsoft.com/office/drawing/2014/main" id="{FD353916-0D31-9695-2E6F-6DB4CA7F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1954" y="3956220"/>
            <a:ext cx="5164478" cy="29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 descr="Medicated Coal Tar Topical Solution ...">
            <a:extLst>
              <a:ext uri="{FF2B5EF4-FFF2-40B4-BE49-F238E27FC236}">
                <a16:creationId xmlns:a16="http://schemas.microsoft.com/office/drawing/2014/main" id="{5ABADE58-B6D3-655E-B156-6C1B88F8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3546" y="3956220"/>
            <a:ext cx="3669355" cy="366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Coal Tar Dye - an overview ...">
            <a:extLst>
              <a:ext uri="{FF2B5EF4-FFF2-40B4-BE49-F238E27FC236}">
                <a16:creationId xmlns:a16="http://schemas.microsoft.com/office/drawing/2014/main" id="{195CF4B7-F7BC-FD4A-4537-2F9703A18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2370" y="8305425"/>
            <a:ext cx="9575929" cy="35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4081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7C07B93-F7C3-CE79-C5FD-8E61E1984091}"/>
              </a:ext>
            </a:extLst>
          </p:cNvPr>
          <p:cNvSpPr>
            <a:spLocks noGrp="1" noChangeArrowheads="1"/>
          </p:cNvSpPr>
          <p:nvPr>
            <p:ph type="body" sz="quarter" idx="21"/>
          </p:nvPr>
        </p:nvSpPr>
        <p:spPr bwMode="auto">
          <a:xfrm>
            <a:off x="1905000" y="3470126"/>
            <a:ext cx="11284527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Coal tar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is converted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coal tar pitch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distillation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Occurs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300–400°C (572–752°F)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Volatile components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are removed, leaving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viscous residue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Used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aluminum, graphite, and waterproofing industries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Pitch has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high carbon content and thermal stability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78ADF-05DF-771B-79FA-8ACAEB2757E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en-GB" dirty="0"/>
              <a:t>Coal Tar Pitch</a:t>
            </a:r>
            <a:endParaRPr lang="en-IN" dirty="0"/>
          </a:p>
        </p:txBody>
      </p:sp>
      <p:pic>
        <p:nvPicPr>
          <p:cNvPr id="2051" name="Picture 3" descr="Coal Tar Pitch Market SWOT Analysis by ...">
            <a:extLst>
              <a:ext uri="{FF2B5EF4-FFF2-40B4-BE49-F238E27FC236}">
                <a16:creationId xmlns:a16="http://schemas.microsoft.com/office/drawing/2014/main" id="{BB08DDA1-4CF7-24D6-70D9-B7F4E70F6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0155" y="7100826"/>
            <a:ext cx="5688590" cy="341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oal Tar Pitch | CAS 8052-42-4">
            <a:extLst>
              <a:ext uri="{FF2B5EF4-FFF2-40B4-BE49-F238E27FC236}">
                <a16:creationId xmlns:a16="http://schemas.microsoft.com/office/drawing/2014/main" id="{9670522A-CF7F-D627-6FF2-66F0106CE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0155" y="2747240"/>
            <a:ext cx="5688590" cy="325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3043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CC22A9-E016-062C-3F05-E587923A0F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05000" y="2059661"/>
            <a:ext cx="21971000" cy="764230"/>
          </a:xfrm>
        </p:spPr>
        <p:txBody>
          <a:bodyPr>
            <a:normAutofit/>
          </a:bodyPr>
          <a:lstStyle/>
          <a:p>
            <a:r>
              <a:rPr lang="en-GB" sz="4000" b="1" dirty="0"/>
              <a:t>ANODE PRODUCTION</a:t>
            </a:r>
            <a:endParaRPr lang="en-IN" sz="40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294C77-0111-CE6F-4305-5874EED68FEB}"/>
              </a:ext>
            </a:extLst>
          </p:cNvPr>
          <p:cNvSpPr>
            <a:spLocks noGrp="1" noChangeArrowheads="1"/>
          </p:cNvSpPr>
          <p:nvPr>
            <p:ph type="body" sz="quarter" idx="22"/>
          </p:nvPr>
        </p:nvSpPr>
        <p:spPr bwMode="auto">
          <a:xfrm>
            <a:off x="1716809" y="3425922"/>
            <a:ext cx="10475191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Anode Production: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Coal tar pitch is combined with petroleum coke to form anodes for aluminum smelting.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Electrolysis: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Anodes conduct electricity, aiding in the breakdown of alumina 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Al₂O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₃) into aluminum.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High-Temperature Stability: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Coal tar pitch withstands extreme temperatures, ensuring durable anodes.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Efficiency: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Strong anodes improve the smelting process and aluminum yield.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pic>
        <p:nvPicPr>
          <p:cNvPr id="2052" name="Picture 4" descr="Correlation between chemical composition, wettability and carbon anode  performance: Exploration of high quality carbon anode preparation for  aluminum electrolysis - ScienceDirect">
            <a:extLst>
              <a:ext uri="{FF2B5EF4-FFF2-40B4-BE49-F238E27FC236}">
                <a16:creationId xmlns:a16="http://schemas.microsoft.com/office/drawing/2014/main" id="{C4FB09A9-1B6E-DBAF-839A-AB53EA20E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3414" y="3597803"/>
            <a:ext cx="11352586" cy="546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5060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335D402-54FE-682E-F16D-F1F58C289530}"/>
              </a:ext>
            </a:extLst>
          </p:cNvPr>
          <p:cNvSpPr>
            <a:spLocks noGrp="1" noChangeArrowheads="1"/>
          </p:cNvSpPr>
          <p:nvPr>
            <p:ph type="body" sz="quarter" idx="21"/>
          </p:nvPr>
        </p:nvSpPr>
        <p:spPr bwMode="auto">
          <a:xfrm>
            <a:off x="1905000" y="2630812"/>
            <a:ext cx="20573999" cy="1006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Himadri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Speciality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 Chemical Ltd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Based in Kolkata, Himadri is India's largest coal tar pitch manufacturer, holding over 70% market share.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3"/>
              </a:rPr>
              <a:t>Choudhary Tar &amp; Chemicals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Established in 1945 in Durgapur, West Bengal, this company produces coal tar pitch, carbon black oil, and other coal tar products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4"/>
              </a:rPr>
              <a:t>Shree Shyam Chemicals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Founded in 2010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Bhilai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, Chhattisgarh, they manufacture coal tar pitch, light creosote oil, anthracene oil, and crude naphthalene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5"/>
              </a:rPr>
              <a:t>Konark Tar Products Private Limited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Established in 1993 in Durgapur, West Bengal, they supply coal tar pitch and related products.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6"/>
              </a:rPr>
              <a:t>Vanajaa Enterprises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Located in Coimbatore, Tamil Nadu, they manufacture coal tar pitch and other related products.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7"/>
              </a:rPr>
              <a:t>Tata Steel's Industrial By-Product Management Division (IBMD)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7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As a leading coal tar supplier, Tata Steel offers superior quality coal tar with optimal Quinoline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Insolubles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(QI) and minimal moisture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3A72D-AED5-EA71-7BE6-E8592273DB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33946" y="1297893"/>
            <a:ext cx="21971000" cy="1270000"/>
          </a:xfrm>
        </p:spPr>
        <p:txBody>
          <a:bodyPr>
            <a:normAutofit fontScale="77500" lnSpcReduction="20000"/>
          </a:bodyPr>
          <a:lstStyle/>
          <a:p>
            <a:pPr rtl="0"/>
            <a:r>
              <a:rPr lang="en-US" altLang="en-US" dirty="0"/>
              <a:t>Indian manufactures and suppliers of coal tar and its derivatives:</a:t>
            </a:r>
          </a:p>
        </p:txBody>
      </p:sp>
    </p:spTree>
    <p:extLst>
      <p:ext uri="{BB962C8B-B14F-4D97-AF65-F5344CB8AC3E}">
        <p14:creationId xmlns:p14="http://schemas.microsoft.com/office/powerpoint/2010/main" val="23296681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55924F-7A2C-2A6A-0F25-54B04F3C95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92927" y="3165820"/>
            <a:ext cx="11062855" cy="7384359"/>
          </a:xfrm>
        </p:spPr>
        <p:txBody>
          <a:bodyPr>
            <a:noAutofit/>
          </a:bodyPr>
          <a:lstStyle/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Durgapur, West Bengal: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Choudhary Tar &amp; Chemicals operates here, manufacturing various coal tar products. 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 err="1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Bhilai</a:t>
            </a: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, Chhattisgarh: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</a:t>
            </a:r>
            <a:r>
              <a:rPr lang="en-IN" kern="100" dirty="0" err="1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Bhilai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Cement is recognized as a significant producer of coal tar and its derivatives.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Visakhapatnam, Andhra Pradesh: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Rain Industries Limited has a presence in this region, contributing to coal tar production. </a:t>
            </a:r>
          </a:p>
          <a:p>
            <a:endParaRPr lang="en-IN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8702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FC091E-9A50-6694-638F-8518B578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5CA5DF63-AF46-5F94-D666-E70A11268E34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866900" y="1359647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r>
              <a:rPr kumimoji="0" lang="en-US" sz="6100" b="1" i="0" u="none" strike="noStrike" kern="1200" cap="none" spc="33" normalizeH="0" baseline="0" noProof="0" dirty="0">
                <a:ln>
                  <a:noFill/>
                </a:ln>
                <a:effectLst/>
                <a:uLnTx/>
                <a:uFillTx/>
                <a:latin typeface="Archivo"/>
                <a:cs typeface="+mn-cs"/>
              </a:rPr>
              <a:t>Effects</a:t>
            </a:r>
            <a:endParaRPr lang="en-US"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1DB8D48C-C319-9E6B-3266-B325A36E5A4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62500" lnSpcReduction="20000"/>
          </a:bodyPr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DE4E2-A745-EE38-C83D-180A2DCE3F9F}"/>
              </a:ext>
            </a:extLst>
          </p:cNvPr>
          <p:cNvSpPr txBox="1"/>
          <p:nvPr/>
        </p:nvSpPr>
        <p:spPr>
          <a:xfrm>
            <a:off x="14464932" y="12640099"/>
            <a:ext cx="673252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https://pubs.usgs.gov/fs/2016/3017/fs20163017.pdf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4725C-C4BB-9FDE-D139-EFDDC25DA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13"/>
          <a:stretch/>
        </p:blipFill>
        <p:spPr>
          <a:xfrm>
            <a:off x="1451264" y="3322373"/>
            <a:ext cx="11184628" cy="8232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D466CD-D33A-89CE-8D5A-E237C1E01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44"/>
          <a:stretch/>
        </p:blipFill>
        <p:spPr>
          <a:xfrm>
            <a:off x="12852399" y="3322373"/>
            <a:ext cx="10170459" cy="396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1927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FC6A1-5176-B5A3-FAED-B8EA398CFD78}"/>
              </a:ext>
            </a:extLst>
          </p:cNvPr>
          <p:cNvSpPr/>
          <p:nvPr/>
        </p:nvSpPr>
        <p:spPr>
          <a:xfrm>
            <a:off x="10598727" y="1454724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Steel Companies having recovery coke oven plants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DC680-E868-95ED-733C-5863E7B79EBA}"/>
              </a:ext>
            </a:extLst>
          </p:cNvPr>
          <p:cNvSpPr/>
          <p:nvPr/>
        </p:nvSpPr>
        <p:spPr>
          <a:xfrm>
            <a:off x="8672944" y="8385460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dk1"/>
                </a:solidFill>
              </a:rPr>
              <a:t>Make many derivatives of coal tar, one of it is liquid coal tar pitch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1A09-26A0-A537-92B4-E7489A33E7C0}"/>
              </a:ext>
            </a:extLst>
          </p:cNvPr>
          <p:cNvSpPr/>
          <p:nvPr/>
        </p:nvSpPr>
        <p:spPr>
          <a:xfrm>
            <a:off x="8672944" y="3761504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Crude Coal Tar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9E75B-212A-5FEF-418C-6E391F585FB2}"/>
              </a:ext>
            </a:extLst>
          </p:cNvPr>
          <p:cNvSpPr/>
          <p:nvPr/>
        </p:nvSpPr>
        <p:spPr>
          <a:xfrm>
            <a:off x="10598727" y="6054433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Coal Tar derivative companie</a:t>
            </a:r>
            <a:r>
              <a:rPr lang="en-GB" dirty="0"/>
              <a:t>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7A991-C4CB-4220-CFD4-578DD468CA80}"/>
              </a:ext>
            </a:extLst>
          </p:cNvPr>
          <p:cNvSpPr/>
          <p:nvPr/>
        </p:nvSpPr>
        <p:spPr>
          <a:xfrm>
            <a:off x="10598727" y="10716489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Liquid coal tar pitch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A3B2D-4E7E-DB23-F958-148D09626EFC}"/>
              </a:ext>
            </a:extLst>
          </p:cNvPr>
          <p:cNvSpPr/>
          <p:nvPr/>
        </p:nvSpPr>
        <p:spPr>
          <a:xfrm>
            <a:off x="16002000" y="10716489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Carbon electrode for aluminium smeltin</a:t>
            </a:r>
            <a:r>
              <a:rPr lang="en-GB" dirty="0"/>
              <a:t>g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84298E-DBA7-C1EC-97CE-79BAF6EF105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2192000" y="3311233"/>
            <a:ext cx="0" cy="274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EDA96E-8F9C-D3DC-D03A-B84A135EC69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192000" y="7910942"/>
            <a:ext cx="0" cy="2805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78E471-8ADC-23C5-87B8-0ECADCDBE98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3785272" y="11644744"/>
            <a:ext cx="22167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C675CAB-FCDE-8F98-90C4-718A7B0DF6BC}"/>
              </a:ext>
            </a:extLst>
          </p:cNvPr>
          <p:cNvSpPr/>
          <p:nvPr/>
        </p:nvSpPr>
        <p:spPr>
          <a:xfrm>
            <a:off x="12524512" y="3747653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Auction</a:t>
            </a:r>
          </a:p>
        </p:txBody>
      </p:sp>
    </p:spTree>
    <p:extLst>
      <p:ext uri="{BB962C8B-B14F-4D97-AF65-F5344CB8AC3E}">
        <p14:creationId xmlns:p14="http://schemas.microsoft.com/office/powerpoint/2010/main" val="3091822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chivo SemiBold Bold"/>
        <a:ea typeface="Archivo SemiBold Bold"/>
        <a:cs typeface="Archivo SemiBold Bold"/>
      </a:majorFont>
      <a:minorFont>
        <a:latin typeface="Archivo SemiBold Bold"/>
        <a:ea typeface="Archivo SemiBold Bold"/>
        <a:cs typeface="Archivo SemiBold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82A8A939E2994894FA1F74E67E6B08" ma:contentTypeVersion="14" ma:contentTypeDescription="Create a new document." ma:contentTypeScope="" ma:versionID="3531a09a19ddacbbfaede94e18e05aba">
  <xsd:schema xmlns:xsd="http://www.w3.org/2001/XMLSchema" xmlns:xs="http://www.w3.org/2001/XMLSchema" xmlns:p="http://schemas.microsoft.com/office/2006/metadata/properties" xmlns:ns2="c3026e93-a091-4b4e-b804-2df2dbf57b69" xmlns:ns3="e0513d93-86f3-415e-9f2d-9a1038ff7243" targetNamespace="http://schemas.microsoft.com/office/2006/metadata/properties" ma:root="true" ma:fieldsID="ef282f5fe4aa1f9ef78e9a6e3957d8ee" ns2:_="" ns3:_="">
    <xsd:import namespace="c3026e93-a091-4b4e-b804-2df2dbf57b69"/>
    <xsd:import namespace="e0513d93-86f3-415e-9f2d-9a1038ff72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026e93-a091-4b4e-b804-2df2dbf57b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1bfe9ab-24ac-4701-842c-1455024bca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13d93-86f3-415e-9f2d-9a1038ff724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98a5805-19c0-4edf-8b56-34a43657ed9b}" ma:internalName="TaxCatchAll" ma:showField="CatchAllData" ma:web="e0513d93-86f3-415e-9f2d-9a1038ff72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13d93-86f3-415e-9f2d-9a1038ff7243" xsi:nil="true"/>
    <lcf76f155ced4ddcb4097134ff3c332f xmlns="c3026e93-a091-4b4e-b804-2df2dbf57b69">
      <Terms xmlns="http://schemas.microsoft.com/office/infopath/2007/PartnerControls"/>
    </lcf76f155ced4ddcb4097134ff3c332f>
    <SharedWithUsers xmlns="e0513d93-86f3-415e-9f2d-9a1038ff7243">
      <UserInfo>
        <DisplayName>Jayprakash Sahu</DisplayName>
        <AccountId>53</AccountId>
        <AccountType/>
      </UserInfo>
      <UserInfo>
        <DisplayName>Kshitij Pandey</DisplayName>
        <AccountId>13</AccountId>
        <AccountType/>
      </UserInfo>
      <UserInfo>
        <DisplayName>Manish Agrawal</DisplayName>
        <AccountId>74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9417AA-E7D2-4C9F-9F19-BB59995A39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026e93-a091-4b4e-b804-2df2dbf57b69"/>
    <ds:schemaRef ds:uri="e0513d93-86f3-415e-9f2d-9a1038ff72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D93B38-3042-4245-8340-A7B57E9E977E}">
  <ds:schemaRefs>
    <ds:schemaRef ds:uri="http://schemas.microsoft.com/office/2006/metadata/properties"/>
    <ds:schemaRef ds:uri="http://schemas.microsoft.com/office/infopath/2007/PartnerControls"/>
    <ds:schemaRef ds:uri="e0513d93-86f3-415e-9f2d-9a1038ff7243"/>
    <ds:schemaRef ds:uri="c3026e93-a091-4b4e-b804-2df2dbf57b69"/>
  </ds:schemaRefs>
</ds:datastoreItem>
</file>

<file path=customXml/itemProps3.xml><?xml version="1.0" encoding="utf-8"?>
<ds:datastoreItem xmlns:ds="http://schemas.openxmlformats.org/officeDocument/2006/customXml" ds:itemID="{9C76567E-7E1E-4E4C-8924-5673E6FA9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Bigmint_Presentation Template_V1.2potx (1)</Template>
  <TotalTime>3559</TotalTime>
  <Words>1212</Words>
  <Application>Microsoft Office PowerPoint</Application>
  <PresentationFormat>Custom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Archivo</vt:lpstr>
      <vt:lpstr>Archivo SemiBold Regular</vt:lpstr>
      <vt:lpstr>Arial</vt:lpstr>
      <vt:lpstr>Calibri</vt:lpstr>
      <vt:lpstr>Calibri Light</vt:lpstr>
      <vt:lpstr>Montserrat</vt:lpstr>
      <vt:lpstr>Symbol</vt:lpstr>
      <vt:lpstr>Custom Design</vt:lpstr>
      <vt:lpstr>Retrospect</vt:lpstr>
      <vt:lpstr>Coal Tar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Module: 1 Steel Product and Process  Chapter: 4 Coal And Coke</dc:title>
  <dc:creator>Manish Agrawal</dc:creator>
  <cp:lastModifiedBy>Durgesh Krishan Choudhary</cp:lastModifiedBy>
  <cp:revision>39</cp:revision>
  <dcterms:created xsi:type="dcterms:W3CDTF">2024-02-21T06:25:52Z</dcterms:created>
  <dcterms:modified xsi:type="dcterms:W3CDTF">2025-12-17T14:59:57Z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0x010100EE82A8A939E2994894FA1F74E67E6B08</vt:lpwstr>
  </property>
  <property fmtid="{D5CDD505-2E9C-101B-9397-08002B2CF9AE}" pid="3" name="MediaServiceImageTags">
    <vt:lpwstr/>
  </property>
</Properties>
</file>